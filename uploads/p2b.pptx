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548" r:id="rId3"/>
    <p:sldId id="542" r:id="rId4"/>
    <p:sldId id="544" r:id="rId5"/>
    <p:sldId id="568" r:id="rId6"/>
    <p:sldId id="569" r:id="rId7"/>
    <p:sldId id="543" r:id="rId8"/>
    <p:sldId id="571" r:id="rId9"/>
    <p:sldId id="572" r:id="rId10"/>
    <p:sldId id="570" r:id="rId11"/>
    <p:sldId id="573" r:id="rId12"/>
    <p:sldId id="574" r:id="rId13"/>
    <p:sldId id="551" r:id="rId14"/>
    <p:sldId id="41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52B8C-EC4F-4558-B124-B490C147572B}" v="89" dt="2025-12-29T20:35:05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3" autoAdjust="0"/>
    <p:restoredTop sz="94684"/>
  </p:normalViewPr>
  <p:slideViewPr>
    <p:cSldViewPr snapToGrid="0">
      <p:cViewPr varScale="1">
        <p:scale>
          <a:sx n="83" d="100"/>
          <a:sy n="83" d="100"/>
        </p:scale>
        <p:origin x="57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oliana Mailde Tilman Magalhaes" userId="2c5b725d56819b5f" providerId="LiveId" clId="{ECEAE68F-0DE4-4649-861E-FB9EE55CE706}"/>
    <pc:docChg chg="undo custSel addSld delSld modSld sldOrd">
      <pc:chgData name="Deoliana Mailde Tilman Magalhaes" userId="2c5b725d56819b5f" providerId="LiveId" clId="{ECEAE68F-0DE4-4649-861E-FB9EE55CE706}" dt="2025-12-29T20:43:55.640" v="2228" actId="20577"/>
      <pc:docMkLst>
        <pc:docMk/>
      </pc:docMkLst>
      <pc:sldChg chg="del">
        <pc:chgData name="Deoliana Mailde Tilman Magalhaes" userId="2c5b725d56819b5f" providerId="LiveId" clId="{ECEAE68F-0DE4-4649-861E-FB9EE55CE706}" dt="2025-12-29T16:33:38.349" v="513" actId="47"/>
        <pc:sldMkLst>
          <pc:docMk/>
          <pc:sldMk cId="957238799" sldId="257"/>
        </pc:sldMkLst>
      </pc:sldChg>
      <pc:sldChg chg="add del">
        <pc:chgData name="Deoliana Mailde Tilman Magalhaes" userId="2c5b725d56819b5f" providerId="LiveId" clId="{ECEAE68F-0DE4-4649-861E-FB9EE55CE706}" dt="2025-12-29T16:33:10.586" v="505" actId="47"/>
        <pc:sldMkLst>
          <pc:docMk/>
          <pc:sldMk cId="697864081" sldId="410"/>
        </pc:sldMkLst>
      </pc:sldChg>
      <pc:sldChg chg="addSp delSp modSp mod">
        <pc:chgData name="Deoliana Mailde Tilman Magalhaes" userId="2c5b725d56819b5f" providerId="LiveId" clId="{ECEAE68F-0DE4-4649-861E-FB9EE55CE706}" dt="2025-12-29T20:43:55.640" v="2228" actId="20577"/>
        <pc:sldMkLst>
          <pc:docMk/>
          <pc:sldMk cId="687904766" sldId="542"/>
        </pc:sldMkLst>
        <pc:spChg chg="del">
          <ac:chgData name="Deoliana Mailde Tilman Magalhaes" userId="2c5b725d56819b5f" providerId="LiveId" clId="{ECEAE68F-0DE4-4649-861E-FB9EE55CE706}" dt="2025-12-29T20:14:02.239" v="2058" actId="478"/>
          <ac:spMkLst>
            <pc:docMk/>
            <pc:sldMk cId="687904766" sldId="542"/>
            <ac:spMk id="2" creationId="{CF63A189-E60F-09CA-1FB5-23FE24500F10}"/>
          </ac:spMkLst>
        </pc:spChg>
        <pc:spChg chg="add mod">
          <ac:chgData name="Deoliana Mailde Tilman Magalhaes" userId="2c5b725d56819b5f" providerId="LiveId" clId="{ECEAE68F-0DE4-4649-861E-FB9EE55CE706}" dt="2025-12-29T20:43:55.640" v="2228" actId="20577"/>
          <ac:spMkLst>
            <pc:docMk/>
            <pc:sldMk cId="687904766" sldId="542"/>
            <ac:spMk id="4" creationId="{C76D1EE3-2A26-76DC-4CE6-BE769E3E2E1A}"/>
          </ac:spMkLst>
        </pc:spChg>
        <pc:spChg chg="mod">
          <ac:chgData name="Deoliana Mailde Tilman Magalhaes" userId="2c5b725d56819b5f" providerId="LiveId" clId="{ECEAE68F-0DE4-4649-861E-FB9EE55CE706}" dt="2025-12-29T20:14:35.441" v="2103" actId="20577"/>
          <ac:spMkLst>
            <pc:docMk/>
            <pc:sldMk cId="687904766" sldId="542"/>
            <ac:spMk id="5" creationId="{B0495A3E-38DC-A619-5EC3-47227F3D5684}"/>
          </ac:spMkLst>
        </pc:spChg>
      </pc:sldChg>
      <pc:sldChg chg="addSp delSp modSp mod">
        <pc:chgData name="Deoliana Mailde Tilman Magalhaes" userId="2c5b725d56819b5f" providerId="LiveId" clId="{ECEAE68F-0DE4-4649-861E-FB9EE55CE706}" dt="2025-12-29T19:23:31.244" v="700" actId="20577"/>
        <pc:sldMkLst>
          <pc:docMk/>
          <pc:sldMk cId="4193660272" sldId="543"/>
        </pc:sldMkLst>
        <pc:spChg chg="mod">
          <ac:chgData name="Deoliana Mailde Tilman Magalhaes" userId="2c5b725d56819b5f" providerId="LiveId" clId="{ECEAE68F-0DE4-4649-861E-FB9EE55CE706}" dt="2025-12-29T16:36:35.720" v="535" actId="20577"/>
          <ac:spMkLst>
            <pc:docMk/>
            <pc:sldMk cId="4193660272" sldId="543"/>
            <ac:spMk id="2" creationId="{039FD0A4-ED80-73FE-8A69-7E38B6138F17}"/>
          </ac:spMkLst>
        </pc:spChg>
        <pc:spChg chg="add mod">
          <ac:chgData name="Deoliana Mailde Tilman Magalhaes" userId="2c5b725d56819b5f" providerId="LiveId" clId="{ECEAE68F-0DE4-4649-861E-FB9EE55CE706}" dt="2025-12-29T19:23:31.244" v="700" actId="20577"/>
          <ac:spMkLst>
            <pc:docMk/>
            <pc:sldMk cId="4193660272" sldId="543"/>
            <ac:spMk id="3" creationId="{03F0C813-A4CA-F938-17F7-27C77B820057}"/>
          </ac:spMkLst>
        </pc:spChg>
        <pc:spChg chg="add mod">
          <ac:chgData name="Deoliana Mailde Tilman Magalhaes" userId="2c5b725d56819b5f" providerId="LiveId" clId="{ECEAE68F-0DE4-4649-861E-FB9EE55CE706}" dt="2025-12-29T19:18:56.794" v="625" actId="20577"/>
          <ac:spMkLst>
            <pc:docMk/>
            <pc:sldMk cId="4193660272" sldId="543"/>
            <ac:spMk id="4" creationId="{8FBF2F7D-A3D2-58BC-D7F9-B8A5B5E39F66}"/>
          </ac:spMkLst>
        </pc:spChg>
        <pc:spChg chg="del">
          <ac:chgData name="Deoliana Mailde Tilman Magalhaes" userId="2c5b725d56819b5f" providerId="LiveId" clId="{ECEAE68F-0DE4-4649-861E-FB9EE55CE706}" dt="2025-12-29T16:32:07.456" v="494" actId="478"/>
          <ac:spMkLst>
            <pc:docMk/>
            <pc:sldMk cId="4193660272" sldId="543"/>
            <ac:spMk id="12" creationId="{837B44C8-CDD8-2752-CB2D-A8D141983B02}"/>
          </ac:spMkLst>
        </pc:spChg>
        <pc:spChg chg="del">
          <ac:chgData name="Deoliana Mailde Tilman Magalhaes" userId="2c5b725d56819b5f" providerId="LiveId" clId="{ECEAE68F-0DE4-4649-861E-FB9EE55CE706}" dt="2025-12-29T16:32:13.048" v="496" actId="478"/>
          <ac:spMkLst>
            <pc:docMk/>
            <pc:sldMk cId="4193660272" sldId="543"/>
            <ac:spMk id="13" creationId="{7BDAF502-10BD-2D3A-9357-72A3194935EE}"/>
          </ac:spMkLst>
        </pc:spChg>
        <pc:spChg chg="del">
          <ac:chgData name="Deoliana Mailde Tilman Magalhaes" userId="2c5b725d56819b5f" providerId="LiveId" clId="{ECEAE68F-0DE4-4649-861E-FB9EE55CE706}" dt="2025-12-29T16:32:16.521" v="497" actId="478"/>
          <ac:spMkLst>
            <pc:docMk/>
            <pc:sldMk cId="4193660272" sldId="543"/>
            <ac:spMk id="15" creationId="{C2ACB4F6-2812-F7ED-F7A6-55E4C6423EE7}"/>
          </ac:spMkLst>
        </pc:spChg>
        <pc:picChg chg="del">
          <ac:chgData name="Deoliana Mailde Tilman Magalhaes" userId="2c5b725d56819b5f" providerId="LiveId" clId="{ECEAE68F-0DE4-4649-861E-FB9EE55CE706}" dt="2025-12-29T16:32:09.189" v="495" actId="478"/>
          <ac:picMkLst>
            <pc:docMk/>
            <pc:sldMk cId="4193660272" sldId="543"/>
            <ac:picMk id="11" creationId="{C0C81902-5C89-A267-B812-C2A74C0EDF0E}"/>
          </ac:picMkLst>
        </pc:picChg>
        <pc:picChg chg="del">
          <ac:chgData name="Deoliana Mailde Tilman Magalhaes" userId="2c5b725d56819b5f" providerId="LiveId" clId="{ECEAE68F-0DE4-4649-861E-FB9EE55CE706}" dt="2025-12-29T16:32:04.676" v="493" actId="478"/>
          <ac:picMkLst>
            <pc:docMk/>
            <pc:sldMk cId="4193660272" sldId="543"/>
            <ac:picMk id="17" creationId="{ED5D7C68-7193-B9AA-5F1A-D833129FBB7C}"/>
          </ac:picMkLst>
        </pc:picChg>
      </pc:sldChg>
      <pc:sldChg chg="modSp mod">
        <pc:chgData name="Deoliana Mailde Tilman Magalhaes" userId="2c5b725d56819b5f" providerId="LiveId" clId="{ECEAE68F-0DE4-4649-861E-FB9EE55CE706}" dt="2025-12-29T19:32:11.103" v="911" actId="1076"/>
        <pc:sldMkLst>
          <pc:docMk/>
          <pc:sldMk cId="1082893164" sldId="544"/>
        </pc:sldMkLst>
        <pc:spChg chg="mod">
          <ac:chgData name="Deoliana Mailde Tilman Magalhaes" userId="2c5b725d56819b5f" providerId="LiveId" clId="{ECEAE68F-0DE4-4649-861E-FB9EE55CE706}" dt="2025-12-29T16:28:26.403" v="263" actId="1076"/>
          <ac:spMkLst>
            <pc:docMk/>
            <pc:sldMk cId="1082893164" sldId="544"/>
            <ac:spMk id="7" creationId="{C0C1C9A6-A5F8-379A-19CE-7F28A50BF7FF}"/>
          </ac:spMkLst>
        </pc:spChg>
        <pc:spChg chg="mod">
          <ac:chgData name="Deoliana Mailde Tilman Magalhaes" userId="2c5b725d56819b5f" providerId="LiveId" clId="{ECEAE68F-0DE4-4649-861E-FB9EE55CE706}" dt="2025-12-29T19:32:08.115" v="909" actId="20577"/>
          <ac:spMkLst>
            <pc:docMk/>
            <pc:sldMk cId="1082893164" sldId="544"/>
            <ac:spMk id="9" creationId="{CCFEB111-C59F-208B-A3D0-313F710B1A90}"/>
          </ac:spMkLst>
        </pc:spChg>
        <pc:picChg chg="mod">
          <ac:chgData name="Deoliana Mailde Tilman Magalhaes" userId="2c5b725d56819b5f" providerId="LiveId" clId="{ECEAE68F-0DE4-4649-861E-FB9EE55CE706}" dt="2025-12-29T16:28:24.072" v="262" actId="1076"/>
          <ac:picMkLst>
            <pc:docMk/>
            <pc:sldMk cId="1082893164" sldId="544"/>
            <ac:picMk id="5" creationId="{A20A1470-65EC-0BAA-DA87-8E48B753C957}"/>
          </ac:picMkLst>
        </pc:picChg>
        <pc:picChg chg="mod">
          <ac:chgData name="Deoliana Mailde Tilman Magalhaes" userId="2c5b725d56819b5f" providerId="LiveId" clId="{ECEAE68F-0DE4-4649-861E-FB9EE55CE706}" dt="2025-12-29T19:32:11.103" v="911" actId="1076"/>
          <ac:picMkLst>
            <pc:docMk/>
            <pc:sldMk cId="1082893164" sldId="544"/>
            <ac:picMk id="6" creationId="{7515F09D-C909-7EF4-2532-997983B99D60}"/>
          </ac:picMkLst>
        </pc:picChg>
      </pc:sldChg>
      <pc:sldChg chg="del">
        <pc:chgData name="Deoliana Mailde Tilman Magalhaes" userId="2c5b725d56819b5f" providerId="LiveId" clId="{ECEAE68F-0DE4-4649-861E-FB9EE55CE706}" dt="2025-12-29T16:33:26.108" v="507" actId="47"/>
        <pc:sldMkLst>
          <pc:docMk/>
          <pc:sldMk cId="3455551321" sldId="547"/>
        </pc:sldMkLst>
      </pc:sldChg>
      <pc:sldChg chg="delSp modSp mod">
        <pc:chgData name="Deoliana Mailde Tilman Magalhaes" userId="2c5b725d56819b5f" providerId="LiveId" clId="{ECEAE68F-0DE4-4649-861E-FB9EE55CE706}" dt="2025-12-29T20:40:55.061" v="2225" actId="20577"/>
        <pc:sldMkLst>
          <pc:docMk/>
          <pc:sldMk cId="251919264" sldId="548"/>
        </pc:sldMkLst>
        <pc:spChg chg="del mod">
          <ac:chgData name="Deoliana Mailde Tilman Magalhaes" userId="2c5b725d56819b5f" providerId="LiveId" clId="{ECEAE68F-0DE4-4649-861E-FB9EE55CE706}" dt="2025-12-29T19:31:32.455" v="905" actId="478"/>
          <ac:spMkLst>
            <pc:docMk/>
            <pc:sldMk cId="251919264" sldId="548"/>
            <ac:spMk id="2" creationId="{61B2477C-B0DB-4ACF-8DFF-DFFE0769300C}"/>
          </ac:spMkLst>
        </pc:spChg>
        <pc:spChg chg="mod">
          <ac:chgData name="Deoliana Mailde Tilman Magalhaes" userId="2c5b725d56819b5f" providerId="LiveId" clId="{ECEAE68F-0DE4-4649-861E-FB9EE55CE706}" dt="2025-12-29T20:40:55.061" v="2225" actId="20577"/>
          <ac:spMkLst>
            <pc:docMk/>
            <pc:sldMk cId="251919264" sldId="548"/>
            <ac:spMk id="3" creationId="{0B60B557-DBAC-A3D7-4C95-5E6AE4008523}"/>
          </ac:spMkLst>
        </pc:spChg>
      </pc:sldChg>
      <pc:sldChg chg="del">
        <pc:chgData name="Deoliana Mailde Tilman Magalhaes" userId="2c5b725d56819b5f" providerId="LiveId" clId="{ECEAE68F-0DE4-4649-861E-FB9EE55CE706}" dt="2025-12-29T16:33:24.250" v="506" actId="47"/>
        <pc:sldMkLst>
          <pc:docMk/>
          <pc:sldMk cId="1297492070" sldId="550"/>
        </pc:sldMkLst>
      </pc:sldChg>
      <pc:sldChg chg="modSp mod">
        <pc:chgData name="Deoliana Mailde Tilman Magalhaes" userId="2c5b725d56819b5f" providerId="LiveId" clId="{ECEAE68F-0DE4-4649-861E-FB9EE55CE706}" dt="2025-12-29T20:16:01.657" v="2185" actId="20577"/>
        <pc:sldMkLst>
          <pc:docMk/>
          <pc:sldMk cId="3574509087" sldId="551"/>
        </pc:sldMkLst>
        <pc:spChg chg="mod">
          <ac:chgData name="Deoliana Mailde Tilman Magalhaes" userId="2c5b725d56819b5f" providerId="LiveId" clId="{ECEAE68F-0DE4-4649-861E-FB9EE55CE706}" dt="2025-12-29T20:16:01.657" v="2185" actId="20577"/>
          <ac:spMkLst>
            <pc:docMk/>
            <pc:sldMk cId="3574509087" sldId="551"/>
            <ac:spMk id="2" creationId="{F2152C40-D7C2-CE8F-FCBD-6A9CFCDA1B03}"/>
          </ac:spMkLst>
        </pc:spChg>
        <pc:spChg chg="mod">
          <ac:chgData name="Deoliana Mailde Tilman Magalhaes" userId="2c5b725d56819b5f" providerId="LiveId" clId="{ECEAE68F-0DE4-4649-861E-FB9EE55CE706}" dt="2025-12-29T20:12:20.203" v="1995" actId="20577"/>
          <ac:spMkLst>
            <pc:docMk/>
            <pc:sldMk cId="3574509087" sldId="551"/>
            <ac:spMk id="3" creationId="{87BE3D09-F508-DBB3-5168-02264DB349F3}"/>
          </ac:spMkLst>
        </pc:spChg>
      </pc:sldChg>
      <pc:sldChg chg="modSp del mod">
        <pc:chgData name="Deoliana Mailde Tilman Magalhaes" userId="2c5b725d56819b5f" providerId="LiveId" clId="{ECEAE68F-0DE4-4649-861E-FB9EE55CE706}" dt="2025-12-29T16:29:37.278" v="287" actId="47"/>
        <pc:sldMkLst>
          <pc:docMk/>
          <pc:sldMk cId="253660258" sldId="552"/>
        </pc:sldMkLst>
        <pc:picChg chg="mod">
          <ac:chgData name="Deoliana Mailde Tilman Magalhaes" userId="2c5b725d56819b5f" providerId="LiveId" clId="{ECEAE68F-0DE4-4649-861E-FB9EE55CE706}" dt="2025-12-29T16:29:24.637" v="286" actId="1076"/>
          <ac:picMkLst>
            <pc:docMk/>
            <pc:sldMk cId="253660258" sldId="552"/>
            <ac:picMk id="19" creationId="{9548F6BA-41B3-F66F-E390-15314BB95CC8}"/>
          </ac:picMkLst>
        </pc:picChg>
      </pc:sldChg>
      <pc:sldChg chg="del">
        <pc:chgData name="Deoliana Mailde Tilman Magalhaes" userId="2c5b725d56819b5f" providerId="LiveId" clId="{ECEAE68F-0DE4-4649-861E-FB9EE55CE706}" dt="2025-12-29T16:33:27.474" v="508" actId="47"/>
        <pc:sldMkLst>
          <pc:docMk/>
          <pc:sldMk cId="820142400" sldId="553"/>
        </pc:sldMkLst>
      </pc:sldChg>
      <pc:sldChg chg="del">
        <pc:chgData name="Deoliana Mailde Tilman Magalhaes" userId="2c5b725d56819b5f" providerId="LiveId" clId="{ECEAE68F-0DE4-4649-861E-FB9EE55CE706}" dt="2025-12-29T16:29:13.772" v="285" actId="47"/>
        <pc:sldMkLst>
          <pc:docMk/>
          <pc:sldMk cId="1552874608" sldId="556"/>
        </pc:sldMkLst>
      </pc:sldChg>
      <pc:sldChg chg="del">
        <pc:chgData name="Deoliana Mailde Tilman Magalhaes" userId="2c5b725d56819b5f" providerId="LiveId" clId="{ECEAE68F-0DE4-4649-861E-FB9EE55CE706}" dt="2025-12-29T16:32:51.095" v="502" actId="47"/>
        <pc:sldMkLst>
          <pc:docMk/>
          <pc:sldMk cId="3050931269" sldId="557"/>
        </pc:sldMkLst>
      </pc:sldChg>
      <pc:sldChg chg="del">
        <pc:chgData name="Deoliana Mailde Tilman Magalhaes" userId="2c5b725d56819b5f" providerId="LiveId" clId="{ECEAE68F-0DE4-4649-861E-FB9EE55CE706}" dt="2025-12-29T16:33:32.030" v="510" actId="47"/>
        <pc:sldMkLst>
          <pc:docMk/>
          <pc:sldMk cId="2495730363" sldId="558"/>
        </pc:sldMkLst>
      </pc:sldChg>
      <pc:sldChg chg="del">
        <pc:chgData name="Deoliana Mailde Tilman Magalhaes" userId="2c5b725d56819b5f" providerId="LiveId" clId="{ECEAE68F-0DE4-4649-861E-FB9EE55CE706}" dt="2025-12-29T16:33:29.400" v="509" actId="47"/>
        <pc:sldMkLst>
          <pc:docMk/>
          <pc:sldMk cId="4270508274" sldId="560"/>
        </pc:sldMkLst>
      </pc:sldChg>
      <pc:sldChg chg="del">
        <pc:chgData name="Deoliana Mailde Tilman Magalhaes" userId="2c5b725d56819b5f" providerId="LiveId" clId="{ECEAE68F-0DE4-4649-861E-FB9EE55CE706}" dt="2025-12-29T16:32:37.789" v="501" actId="47"/>
        <pc:sldMkLst>
          <pc:docMk/>
          <pc:sldMk cId="3478877778" sldId="561"/>
        </pc:sldMkLst>
      </pc:sldChg>
      <pc:sldChg chg="del">
        <pc:chgData name="Deoliana Mailde Tilman Magalhaes" userId="2c5b725d56819b5f" providerId="LiveId" clId="{ECEAE68F-0DE4-4649-861E-FB9EE55CE706}" dt="2025-12-29T16:33:34.799" v="511" actId="47"/>
        <pc:sldMkLst>
          <pc:docMk/>
          <pc:sldMk cId="1687031131" sldId="562"/>
        </pc:sldMkLst>
      </pc:sldChg>
      <pc:sldChg chg="delSp del mod">
        <pc:chgData name="Deoliana Mailde Tilman Magalhaes" userId="2c5b725d56819b5f" providerId="LiveId" clId="{ECEAE68F-0DE4-4649-861E-FB9EE55CE706}" dt="2025-12-29T16:27:48.892" v="230" actId="47"/>
        <pc:sldMkLst>
          <pc:docMk/>
          <pc:sldMk cId="3796068099" sldId="563"/>
        </pc:sldMkLst>
      </pc:sldChg>
      <pc:sldChg chg="del">
        <pc:chgData name="Deoliana Mailde Tilman Magalhaes" userId="2c5b725d56819b5f" providerId="LiveId" clId="{ECEAE68F-0DE4-4649-861E-FB9EE55CE706}" dt="2025-12-29T16:33:36.631" v="512" actId="47"/>
        <pc:sldMkLst>
          <pc:docMk/>
          <pc:sldMk cId="1608348303" sldId="564"/>
        </pc:sldMkLst>
      </pc:sldChg>
      <pc:sldChg chg="del">
        <pc:chgData name="Deoliana Mailde Tilman Magalhaes" userId="2c5b725d56819b5f" providerId="LiveId" clId="{ECEAE68F-0DE4-4649-861E-FB9EE55CE706}" dt="2025-12-29T16:33:04.708" v="503" actId="47"/>
        <pc:sldMkLst>
          <pc:docMk/>
          <pc:sldMk cId="2725371419" sldId="565"/>
        </pc:sldMkLst>
      </pc:sldChg>
      <pc:sldChg chg="del">
        <pc:chgData name="Deoliana Mailde Tilman Magalhaes" userId="2c5b725d56819b5f" providerId="LiveId" clId="{ECEAE68F-0DE4-4649-861E-FB9EE55CE706}" dt="2025-12-29T20:12:01.993" v="1974" actId="47"/>
        <pc:sldMkLst>
          <pc:docMk/>
          <pc:sldMk cId="122321291" sldId="566"/>
        </pc:sldMkLst>
      </pc:sldChg>
      <pc:sldChg chg="del">
        <pc:chgData name="Deoliana Mailde Tilman Magalhaes" userId="2c5b725d56819b5f" providerId="LiveId" clId="{ECEAE68F-0DE4-4649-861E-FB9EE55CE706}" dt="2025-12-29T20:12:03.515" v="1975" actId="47"/>
        <pc:sldMkLst>
          <pc:docMk/>
          <pc:sldMk cId="3765608351" sldId="567"/>
        </pc:sldMkLst>
      </pc:sldChg>
      <pc:sldChg chg="addSp delSp modSp add mod">
        <pc:chgData name="Deoliana Mailde Tilman Magalhaes" userId="2c5b725d56819b5f" providerId="LiveId" clId="{ECEAE68F-0DE4-4649-861E-FB9EE55CE706}" dt="2025-12-29T19:32:03.166" v="908" actId="20577"/>
        <pc:sldMkLst>
          <pc:docMk/>
          <pc:sldMk cId="1844078877" sldId="568"/>
        </pc:sldMkLst>
        <pc:spChg chg="mod">
          <ac:chgData name="Deoliana Mailde Tilman Magalhaes" userId="2c5b725d56819b5f" providerId="LiveId" clId="{ECEAE68F-0DE4-4649-861E-FB9EE55CE706}" dt="2025-12-29T18:44:31.561" v="611" actId="1076"/>
          <ac:spMkLst>
            <pc:docMk/>
            <pc:sldMk cId="1844078877" sldId="568"/>
            <ac:spMk id="7" creationId="{C77A162E-728B-9090-E941-4A269B5F644A}"/>
          </ac:spMkLst>
        </pc:spChg>
        <pc:spChg chg="mod">
          <ac:chgData name="Deoliana Mailde Tilman Magalhaes" userId="2c5b725d56819b5f" providerId="LiveId" clId="{ECEAE68F-0DE4-4649-861E-FB9EE55CE706}" dt="2025-12-29T19:32:03.166" v="908" actId="20577"/>
          <ac:spMkLst>
            <pc:docMk/>
            <pc:sldMk cId="1844078877" sldId="568"/>
            <ac:spMk id="9" creationId="{08E4BE2F-2A06-159A-7A93-7012C088B983}"/>
          </ac:spMkLst>
        </pc:spChg>
        <pc:picChg chg="del">
          <ac:chgData name="Deoliana Mailde Tilman Magalhaes" userId="2c5b725d56819b5f" providerId="LiveId" clId="{ECEAE68F-0DE4-4649-861E-FB9EE55CE706}" dt="2025-12-29T18:43:19.900" v="589" actId="478"/>
          <ac:picMkLst>
            <pc:docMk/>
            <pc:sldMk cId="1844078877" sldId="568"/>
            <ac:picMk id="5" creationId="{B8409C90-7466-A913-4675-6ECFA47BF17F}"/>
          </ac:picMkLst>
        </pc:picChg>
        <pc:picChg chg="del">
          <ac:chgData name="Deoliana Mailde Tilman Magalhaes" userId="2c5b725d56819b5f" providerId="LiveId" clId="{ECEAE68F-0DE4-4649-861E-FB9EE55CE706}" dt="2025-12-29T18:43:58.411" v="603" actId="478"/>
          <ac:picMkLst>
            <pc:docMk/>
            <pc:sldMk cId="1844078877" sldId="568"/>
            <ac:picMk id="6" creationId="{E6EBAD31-FDB2-571B-D564-F7AD82A44D52}"/>
          </ac:picMkLst>
        </pc:picChg>
        <pc:picChg chg="add mod">
          <ac:chgData name="Deoliana Mailde Tilman Magalhaes" userId="2c5b725d56819b5f" providerId="LiveId" clId="{ECEAE68F-0DE4-4649-861E-FB9EE55CE706}" dt="2025-12-29T18:44:32.916" v="612" actId="1076"/>
          <ac:picMkLst>
            <pc:docMk/>
            <pc:sldMk cId="1844078877" sldId="568"/>
            <ac:picMk id="8" creationId="{F8F8E56E-FFB6-1213-B5B9-8BCB39E4BA68}"/>
          </ac:picMkLst>
        </pc:picChg>
        <pc:picChg chg="add mod">
          <ac:chgData name="Deoliana Mailde Tilman Magalhaes" userId="2c5b725d56819b5f" providerId="LiveId" clId="{ECEAE68F-0DE4-4649-861E-FB9EE55CE706}" dt="2025-12-29T19:31:59.535" v="907" actId="1076"/>
          <ac:picMkLst>
            <pc:docMk/>
            <pc:sldMk cId="1844078877" sldId="568"/>
            <ac:picMk id="11" creationId="{6A7B4921-3B57-7CB6-5B79-DE3FB077258C}"/>
          </ac:picMkLst>
        </pc:picChg>
      </pc:sldChg>
      <pc:sldChg chg="addSp delSp modSp add mod">
        <pc:chgData name="Deoliana Mailde Tilman Magalhaes" userId="2c5b725d56819b5f" providerId="LiveId" clId="{ECEAE68F-0DE4-4649-861E-FB9EE55CE706}" dt="2025-12-29T19:30:04.771" v="884" actId="1076"/>
        <pc:sldMkLst>
          <pc:docMk/>
          <pc:sldMk cId="2090472037" sldId="569"/>
        </pc:sldMkLst>
        <pc:spChg chg="mod">
          <ac:chgData name="Deoliana Mailde Tilman Magalhaes" userId="2c5b725d56819b5f" providerId="LiveId" clId="{ECEAE68F-0DE4-4649-861E-FB9EE55CE706}" dt="2025-12-29T16:30:16.209" v="308" actId="20577"/>
          <ac:spMkLst>
            <pc:docMk/>
            <pc:sldMk cId="2090472037" sldId="569"/>
            <ac:spMk id="3" creationId="{E5C569D4-360B-8FAD-C029-984744046451}"/>
          </ac:spMkLst>
        </pc:spChg>
        <pc:spChg chg="del">
          <ac:chgData name="Deoliana Mailde Tilman Magalhaes" userId="2c5b725d56819b5f" providerId="LiveId" clId="{ECEAE68F-0DE4-4649-861E-FB9EE55CE706}" dt="2025-12-29T16:30:04.498" v="299" actId="478"/>
          <ac:spMkLst>
            <pc:docMk/>
            <pc:sldMk cId="2090472037" sldId="569"/>
            <ac:spMk id="7" creationId="{539A2E94-6868-1ADD-C7EF-43F0CC4AA862}"/>
          </ac:spMkLst>
        </pc:spChg>
        <pc:spChg chg="mod">
          <ac:chgData name="Deoliana Mailde Tilman Magalhaes" userId="2c5b725d56819b5f" providerId="LiveId" clId="{ECEAE68F-0DE4-4649-861E-FB9EE55CE706}" dt="2025-12-29T19:29:58.838" v="880" actId="20577"/>
          <ac:spMkLst>
            <pc:docMk/>
            <pc:sldMk cId="2090472037" sldId="569"/>
            <ac:spMk id="9" creationId="{4405DEB8-79BE-72EE-607E-357E1C4401D3}"/>
          </ac:spMkLst>
        </pc:spChg>
        <pc:picChg chg="add mod">
          <ac:chgData name="Deoliana Mailde Tilman Magalhaes" userId="2c5b725d56819b5f" providerId="LiveId" clId="{ECEAE68F-0DE4-4649-861E-FB9EE55CE706}" dt="2025-12-29T19:30:04.771" v="884" actId="1076"/>
          <ac:picMkLst>
            <pc:docMk/>
            <pc:sldMk cId="2090472037" sldId="569"/>
            <ac:picMk id="4" creationId="{1EF55D19-29F6-6B81-0976-1129D5A6683E}"/>
          </ac:picMkLst>
        </pc:picChg>
        <pc:picChg chg="del">
          <ac:chgData name="Deoliana Mailde Tilman Magalhaes" userId="2c5b725d56819b5f" providerId="LiveId" clId="{ECEAE68F-0DE4-4649-861E-FB9EE55CE706}" dt="2025-12-29T16:30:02.067" v="298" actId="478"/>
          <ac:picMkLst>
            <pc:docMk/>
            <pc:sldMk cId="2090472037" sldId="569"/>
            <ac:picMk id="5" creationId="{227F2B11-1679-F280-0D36-FF4EC6395D8B}"/>
          </ac:picMkLst>
        </pc:picChg>
        <pc:picChg chg="del">
          <ac:chgData name="Deoliana Mailde Tilman Magalhaes" userId="2c5b725d56819b5f" providerId="LiveId" clId="{ECEAE68F-0DE4-4649-861E-FB9EE55CE706}" dt="2025-12-29T16:30:06.432" v="300" actId="478"/>
          <ac:picMkLst>
            <pc:docMk/>
            <pc:sldMk cId="2090472037" sldId="569"/>
            <ac:picMk id="6" creationId="{11A45026-38BE-C6CD-B82B-DE7CE03F71AB}"/>
          </ac:picMkLst>
        </pc:picChg>
      </pc:sldChg>
      <pc:sldChg chg="addSp delSp modSp add mod">
        <pc:chgData name="Deoliana Mailde Tilman Magalhaes" userId="2c5b725d56819b5f" providerId="LiveId" clId="{ECEAE68F-0DE4-4649-861E-FB9EE55CE706}" dt="2025-12-29T20:16:53.294" v="2193" actId="1076"/>
        <pc:sldMkLst>
          <pc:docMk/>
          <pc:sldMk cId="1796472348" sldId="570"/>
        </pc:sldMkLst>
        <pc:spChg chg="add del mod">
          <ac:chgData name="Deoliana Mailde Tilman Magalhaes" userId="2c5b725d56819b5f" providerId="LiveId" clId="{ECEAE68F-0DE4-4649-861E-FB9EE55CE706}" dt="2025-12-29T19:46:29.636" v="1201" actId="478"/>
          <ac:spMkLst>
            <pc:docMk/>
            <pc:sldMk cId="1796472348" sldId="570"/>
            <ac:spMk id="21" creationId="{81A73174-5377-CE41-B0D0-B70EFBC633A4}"/>
          </ac:spMkLst>
        </pc:spChg>
        <pc:spChg chg="add mod">
          <ac:chgData name="Deoliana Mailde Tilman Magalhaes" userId="2c5b725d56819b5f" providerId="LiveId" clId="{ECEAE68F-0DE4-4649-861E-FB9EE55CE706}" dt="2025-12-29T19:40:05.106" v="1035" actId="1076"/>
          <ac:spMkLst>
            <pc:docMk/>
            <pc:sldMk cId="1796472348" sldId="570"/>
            <ac:spMk id="22" creationId="{6F3AA4B9-902B-34B1-69F8-0A01DA08D6F0}"/>
          </ac:spMkLst>
        </pc:spChg>
        <pc:spChg chg="add mod">
          <ac:chgData name="Deoliana Mailde Tilman Magalhaes" userId="2c5b725d56819b5f" providerId="LiveId" clId="{ECEAE68F-0DE4-4649-861E-FB9EE55CE706}" dt="2025-12-29T19:39:55.497" v="1032"/>
          <ac:spMkLst>
            <pc:docMk/>
            <pc:sldMk cId="1796472348" sldId="570"/>
            <ac:spMk id="23" creationId="{2A4B027B-7B1E-1F9C-0474-B9BBF5CB9BB2}"/>
          </ac:spMkLst>
        </pc:spChg>
        <pc:spChg chg="add del mod">
          <ac:chgData name="Deoliana Mailde Tilman Magalhaes" userId="2c5b725d56819b5f" providerId="LiveId" clId="{ECEAE68F-0DE4-4649-861E-FB9EE55CE706}" dt="2025-12-29T19:46:28.470" v="1200" actId="478"/>
          <ac:spMkLst>
            <pc:docMk/>
            <pc:sldMk cId="1796472348" sldId="570"/>
            <ac:spMk id="24" creationId="{C47568DB-D820-8780-CE30-49A3A2B94F57}"/>
          </ac:spMkLst>
        </pc:spChg>
        <pc:spChg chg="add del mod">
          <ac:chgData name="Deoliana Mailde Tilman Magalhaes" userId="2c5b725d56819b5f" providerId="LiveId" clId="{ECEAE68F-0DE4-4649-861E-FB9EE55CE706}" dt="2025-12-29T19:49:11.228" v="1289" actId="478"/>
          <ac:spMkLst>
            <pc:docMk/>
            <pc:sldMk cId="1796472348" sldId="570"/>
            <ac:spMk id="25" creationId="{ACAD5C3B-FD51-90E4-14F5-644AE6DD7AC7}"/>
          </ac:spMkLst>
        </pc:spChg>
        <pc:spChg chg="add del mod">
          <ac:chgData name="Deoliana Mailde Tilman Magalhaes" userId="2c5b725d56819b5f" providerId="LiveId" clId="{ECEAE68F-0DE4-4649-861E-FB9EE55CE706}" dt="2025-12-29T19:46:26.856" v="1198" actId="478"/>
          <ac:spMkLst>
            <pc:docMk/>
            <pc:sldMk cId="1796472348" sldId="570"/>
            <ac:spMk id="26" creationId="{458648BE-2DF9-AED6-CD30-2D8883887DC9}"/>
          </ac:spMkLst>
        </pc:spChg>
        <pc:spChg chg="add del mod">
          <ac:chgData name="Deoliana Mailde Tilman Magalhaes" userId="2c5b725d56819b5f" providerId="LiveId" clId="{ECEAE68F-0DE4-4649-861E-FB9EE55CE706}" dt="2025-12-29T19:49:14.316" v="1292" actId="478"/>
          <ac:spMkLst>
            <pc:docMk/>
            <pc:sldMk cId="1796472348" sldId="570"/>
            <ac:spMk id="27" creationId="{F52B21A8-2C64-74F9-01E9-3B770FD9500A}"/>
          </ac:spMkLst>
        </pc:spChg>
        <pc:spChg chg="add del mod">
          <ac:chgData name="Deoliana Mailde Tilman Magalhaes" userId="2c5b725d56819b5f" providerId="LiveId" clId="{ECEAE68F-0DE4-4649-861E-FB9EE55CE706}" dt="2025-12-29T19:49:12.689" v="1290" actId="478"/>
          <ac:spMkLst>
            <pc:docMk/>
            <pc:sldMk cId="1796472348" sldId="570"/>
            <ac:spMk id="28" creationId="{61139393-8A3F-48E4-DB15-6F0BCBA74E98}"/>
          </ac:spMkLst>
        </pc:spChg>
        <pc:spChg chg="add mod">
          <ac:chgData name="Deoliana Mailde Tilman Magalhaes" userId="2c5b725d56819b5f" providerId="LiveId" clId="{ECEAE68F-0DE4-4649-861E-FB9EE55CE706}" dt="2025-12-29T20:16:53.294" v="2193" actId="1076"/>
          <ac:spMkLst>
            <pc:docMk/>
            <pc:sldMk cId="1796472348" sldId="570"/>
            <ac:spMk id="35" creationId="{0D418BF2-7D90-EB53-DB5B-86BC8CA7985E}"/>
          </ac:spMkLst>
        </pc:spChg>
        <pc:spChg chg="add mod">
          <ac:chgData name="Deoliana Mailde Tilman Magalhaes" userId="2c5b725d56819b5f" providerId="LiveId" clId="{ECEAE68F-0DE4-4649-861E-FB9EE55CE706}" dt="2025-12-29T19:47:09.401" v="1219"/>
          <ac:spMkLst>
            <pc:docMk/>
            <pc:sldMk cId="1796472348" sldId="570"/>
            <ac:spMk id="36" creationId="{C75F03B9-7924-DB03-420F-FF75167DCBEB}"/>
          </ac:spMkLst>
        </pc:spChg>
        <pc:spChg chg="add mod">
          <ac:chgData name="Deoliana Mailde Tilman Magalhaes" userId="2c5b725d56819b5f" providerId="LiveId" clId="{ECEAE68F-0DE4-4649-861E-FB9EE55CE706}" dt="2025-12-29T20:16:50.779" v="2191" actId="1076"/>
          <ac:spMkLst>
            <pc:docMk/>
            <pc:sldMk cId="1796472348" sldId="570"/>
            <ac:spMk id="37" creationId="{1B0FFAD8-37A1-0DF7-541B-1B5D452BA0AE}"/>
          </ac:spMkLst>
        </pc:spChg>
        <pc:spChg chg="add mod">
          <ac:chgData name="Deoliana Mailde Tilman Magalhaes" userId="2c5b725d56819b5f" providerId="LiveId" clId="{ECEAE68F-0DE4-4649-861E-FB9EE55CE706}" dt="2025-12-29T20:16:48.600" v="2190" actId="1076"/>
          <ac:spMkLst>
            <pc:docMk/>
            <pc:sldMk cId="1796472348" sldId="570"/>
            <ac:spMk id="38" creationId="{298689DD-36FC-9003-0A94-9FF6205A7C06}"/>
          </ac:spMkLst>
        </pc:spChg>
        <pc:spChg chg="add mod">
          <ac:chgData name="Deoliana Mailde Tilman Magalhaes" userId="2c5b725d56819b5f" providerId="LiveId" clId="{ECEAE68F-0DE4-4649-861E-FB9EE55CE706}" dt="2025-12-29T20:16:37.500" v="2186" actId="1076"/>
          <ac:spMkLst>
            <pc:docMk/>
            <pc:sldMk cId="1796472348" sldId="570"/>
            <ac:spMk id="39" creationId="{6B401517-028E-7359-5E2B-539AA8667729}"/>
          </ac:spMkLst>
        </pc:spChg>
        <pc:spChg chg="add mod">
          <ac:chgData name="Deoliana Mailde Tilman Magalhaes" userId="2c5b725d56819b5f" providerId="LiveId" clId="{ECEAE68F-0DE4-4649-861E-FB9EE55CE706}" dt="2025-12-29T19:51:21.287" v="1385" actId="207"/>
          <ac:spMkLst>
            <pc:docMk/>
            <pc:sldMk cId="1796472348" sldId="570"/>
            <ac:spMk id="40" creationId="{2B8EE6DA-3791-933C-A2B1-4B4286DCC38E}"/>
          </ac:spMkLst>
        </pc:spChg>
        <pc:spChg chg="add mod">
          <ac:chgData name="Deoliana Mailde Tilman Magalhaes" userId="2c5b725d56819b5f" providerId="LiveId" clId="{ECEAE68F-0DE4-4649-861E-FB9EE55CE706}" dt="2025-12-29T20:12:59.509" v="2003" actId="1076"/>
          <ac:spMkLst>
            <pc:docMk/>
            <pc:sldMk cId="1796472348" sldId="570"/>
            <ac:spMk id="47" creationId="{27D31DD3-3DCB-F24E-EA11-D636056D7503}"/>
          </ac:spMkLst>
        </pc:spChg>
        <pc:spChg chg="add mod">
          <ac:chgData name="Deoliana Mailde Tilman Magalhaes" userId="2c5b725d56819b5f" providerId="LiveId" clId="{ECEAE68F-0DE4-4649-861E-FB9EE55CE706}" dt="2025-12-29T20:12:50.953" v="2001" actId="1076"/>
          <ac:spMkLst>
            <pc:docMk/>
            <pc:sldMk cId="1796472348" sldId="570"/>
            <ac:spMk id="48" creationId="{F6820ED1-A78C-A5B5-CA59-FE3F848E969D}"/>
          </ac:spMkLst>
        </pc:spChg>
        <pc:picChg chg="add mod">
          <ac:chgData name="Deoliana Mailde Tilman Magalhaes" userId="2c5b725d56819b5f" providerId="LiveId" clId="{ECEAE68F-0DE4-4649-861E-FB9EE55CE706}" dt="2025-12-29T19:33:47.090" v="918" actId="1076"/>
          <ac:picMkLst>
            <pc:docMk/>
            <pc:sldMk cId="1796472348" sldId="570"/>
            <ac:picMk id="4" creationId="{49230183-3DA5-2A60-AFE1-5457C86CE3AC}"/>
          </ac:picMkLst>
        </pc:picChg>
        <pc:picChg chg="add mod">
          <ac:chgData name="Deoliana Mailde Tilman Magalhaes" userId="2c5b725d56819b5f" providerId="LiveId" clId="{ECEAE68F-0DE4-4649-861E-FB9EE55CE706}" dt="2025-12-29T19:33:47.509" v="919" actId="1076"/>
          <ac:picMkLst>
            <pc:docMk/>
            <pc:sldMk cId="1796472348" sldId="570"/>
            <ac:picMk id="6" creationId="{08C1520C-AAF4-F3A0-E155-9F44F7C61170}"/>
          </ac:picMkLst>
        </pc:picChg>
        <pc:picChg chg="add mod">
          <ac:chgData name="Deoliana Mailde Tilman Magalhaes" userId="2c5b725d56819b5f" providerId="LiveId" clId="{ECEAE68F-0DE4-4649-861E-FB9EE55CE706}" dt="2025-12-29T19:33:47.915" v="920" actId="1076"/>
          <ac:picMkLst>
            <pc:docMk/>
            <pc:sldMk cId="1796472348" sldId="570"/>
            <ac:picMk id="8" creationId="{F9ACB796-D6A4-50FB-E792-C3F9DA6DEF08}"/>
          </ac:picMkLst>
        </pc:picChg>
        <pc:picChg chg="add del mod">
          <ac:chgData name="Deoliana Mailde Tilman Magalhaes" userId="2c5b725d56819b5f" providerId="LiveId" clId="{ECEAE68F-0DE4-4649-861E-FB9EE55CE706}" dt="2025-12-29T19:45:21.315" v="1182" actId="478"/>
          <ac:picMkLst>
            <pc:docMk/>
            <pc:sldMk cId="1796472348" sldId="570"/>
            <ac:picMk id="10" creationId="{B8E3E1F9-6848-F817-EA43-834EC94A7934}"/>
          </ac:picMkLst>
        </pc:picChg>
        <pc:picChg chg="add del mod">
          <ac:chgData name="Deoliana Mailde Tilman Magalhaes" userId="2c5b725d56819b5f" providerId="LiveId" clId="{ECEAE68F-0DE4-4649-861E-FB9EE55CE706}" dt="2025-12-29T19:45:25.166" v="1185" actId="478"/>
          <ac:picMkLst>
            <pc:docMk/>
            <pc:sldMk cId="1796472348" sldId="570"/>
            <ac:picMk id="12" creationId="{C2E23AF8-CCA6-442A-2718-FBB5085C521C}"/>
          </ac:picMkLst>
        </pc:picChg>
        <pc:picChg chg="add del mod">
          <ac:chgData name="Deoliana Mailde Tilman Magalhaes" userId="2c5b725d56819b5f" providerId="LiveId" clId="{ECEAE68F-0DE4-4649-861E-FB9EE55CE706}" dt="2025-12-29T19:45:26.777" v="1186" actId="478"/>
          <ac:picMkLst>
            <pc:docMk/>
            <pc:sldMk cId="1796472348" sldId="570"/>
            <ac:picMk id="14" creationId="{9AB9F013-5144-CA64-7C5D-930D66AC3993}"/>
          </ac:picMkLst>
        </pc:picChg>
        <pc:picChg chg="add del mod">
          <ac:chgData name="Deoliana Mailde Tilman Magalhaes" userId="2c5b725d56819b5f" providerId="LiveId" clId="{ECEAE68F-0DE4-4649-861E-FB9EE55CE706}" dt="2025-12-29T19:47:43.026" v="1233" actId="478"/>
          <ac:picMkLst>
            <pc:docMk/>
            <pc:sldMk cId="1796472348" sldId="570"/>
            <ac:picMk id="16" creationId="{D9B7F6E9-2942-9A27-7199-7DF9AACBFA49}"/>
          </ac:picMkLst>
        </pc:picChg>
        <pc:picChg chg="add del mod">
          <ac:chgData name="Deoliana Mailde Tilman Magalhaes" userId="2c5b725d56819b5f" providerId="LiveId" clId="{ECEAE68F-0DE4-4649-861E-FB9EE55CE706}" dt="2025-12-29T19:47:42.356" v="1232" actId="478"/>
          <ac:picMkLst>
            <pc:docMk/>
            <pc:sldMk cId="1796472348" sldId="570"/>
            <ac:picMk id="18" creationId="{6FF05831-5EA9-F322-590E-8599F9E3B6EF}"/>
          </ac:picMkLst>
        </pc:picChg>
        <pc:picChg chg="add del mod">
          <ac:chgData name="Deoliana Mailde Tilman Magalhaes" userId="2c5b725d56819b5f" providerId="LiveId" clId="{ECEAE68F-0DE4-4649-861E-FB9EE55CE706}" dt="2025-12-29T19:47:40.427" v="1231" actId="478"/>
          <ac:picMkLst>
            <pc:docMk/>
            <pc:sldMk cId="1796472348" sldId="570"/>
            <ac:picMk id="20" creationId="{49F2486D-860C-B07F-B305-42A59B8A056E}"/>
          </ac:picMkLst>
        </pc:picChg>
        <pc:picChg chg="add mod">
          <ac:chgData name="Deoliana Mailde Tilman Magalhaes" userId="2c5b725d56819b5f" providerId="LiveId" clId="{ECEAE68F-0DE4-4649-861E-FB9EE55CE706}" dt="2025-12-29T20:15:18.229" v="2107" actId="14100"/>
          <ac:picMkLst>
            <pc:docMk/>
            <pc:sldMk cId="1796472348" sldId="570"/>
            <ac:picMk id="30" creationId="{27D076E6-537E-C64A-0F6B-DA6EE4CC4461}"/>
          </ac:picMkLst>
        </pc:picChg>
        <pc:picChg chg="add mod">
          <ac:chgData name="Deoliana Mailde Tilman Magalhaes" userId="2c5b725d56819b5f" providerId="LiveId" clId="{ECEAE68F-0DE4-4649-861E-FB9EE55CE706}" dt="2025-12-29T20:15:21.572" v="2109" actId="14100"/>
          <ac:picMkLst>
            <pc:docMk/>
            <pc:sldMk cId="1796472348" sldId="570"/>
            <ac:picMk id="32" creationId="{CEAAB956-C487-E70E-BFBB-D8F002E22513}"/>
          </ac:picMkLst>
        </pc:picChg>
        <pc:picChg chg="add mod">
          <ac:chgData name="Deoliana Mailde Tilman Magalhaes" userId="2c5b725d56819b5f" providerId="LiveId" clId="{ECEAE68F-0DE4-4649-861E-FB9EE55CE706}" dt="2025-12-29T20:16:45.099" v="2189" actId="1076"/>
          <ac:picMkLst>
            <pc:docMk/>
            <pc:sldMk cId="1796472348" sldId="570"/>
            <ac:picMk id="34" creationId="{6B3F99DE-5B10-38FC-1E91-E805FE54A7E3}"/>
          </ac:picMkLst>
        </pc:picChg>
        <pc:picChg chg="add mod">
          <ac:chgData name="Deoliana Mailde Tilman Magalhaes" userId="2c5b725d56819b5f" providerId="LiveId" clId="{ECEAE68F-0DE4-4649-861E-FB9EE55CE706}" dt="2025-12-29T20:12:55.263" v="2002" actId="1076"/>
          <ac:picMkLst>
            <pc:docMk/>
            <pc:sldMk cId="1796472348" sldId="570"/>
            <ac:picMk id="42" creationId="{3F37CD58-3EA5-A2C5-0312-054C112F3C9F}"/>
          </ac:picMkLst>
        </pc:picChg>
        <pc:picChg chg="add mod">
          <ac:chgData name="Deoliana Mailde Tilman Magalhaes" userId="2c5b725d56819b5f" providerId="LiveId" clId="{ECEAE68F-0DE4-4649-861E-FB9EE55CE706}" dt="2025-12-29T20:12:55.263" v="2002" actId="1076"/>
          <ac:picMkLst>
            <pc:docMk/>
            <pc:sldMk cId="1796472348" sldId="570"/>
            <ac:picMk id="44" creationId="{561A0624-FAA6-50F4-76BA-3D32B1B1C1F0}"/>
          </ac:picMkLst>
        </pc:picChg>
        <pc:picChg chg="add mod">
          <ac:chgData name="Deoliana Mailde Tilman Magalhaes" userId="2c5b725d56819b5f" providerId="LiveId" clId="{ECEAE68F-0DE4-4649-861E-FB9EE55CE706}" dt="2025-12-29T20:12:55.263" v="2002" actId="1076"/>
          <ac:picMkLst>
            <pc:docMk/>
            <pc:sldMk cId="1796472348" sldId="570"/>
            <ac:picMk id="46" creationId="{67071112-E5D6-0E30-C676-C055D157E21E}"/>
          </ac:picMkLst>
        </pc:picChg>
      </pc:sldChg>
      <pc:sldChg chg="new del">
        <pc:chgData name="Deoliana Mailde Tilman Magalhaes" userId="2c5b725d56819b5f" providerId="LiveId" clId="{ECEAE68F-0DE4-4649-861E-FB9EE55CE706}" dt="2025-12-29T16:32:26.638" v="499" actId="680"/>
        <pc:sldMkLst>
          <pc:docMk/>
          <pc:sldMk cId="2544560828" sldId="570"/>
        </pc:sldMkLst>
      </pc:sldChg>
      <pc:sldChg chg="addSp modSp add mod">
        <pc:chgData name="Deoliana Mailde Tilman Magalhaes" userId="2c5b725d56819b5f" providerId="LiveId" clId="{ECEAE68F-0DE4-4649-861E-FB9EE55CE706}" dt="2025-12-29T20:35:38.981" v="2224" actId="113"/>
        <pc:sldMkLst>
          <pc:docMk/>
          <pc:sldMk cId="2738312690" sldId="571"/>
        </pc:sldMkLst>
        <pc:spChg chg="mod">
          <ac:chgData name="Deoliana Mailde Tilman Magalhaes" userId="2c5b725d56819b5f" providerId="LiveId" clId="{ECEAE68F-0DE4-4649-861E-FB9EE55CE706}" dt="2025-12-29T20:35:38.981" v="2224" actId="113"/>
          <ac:spMkLst>
            <pc:docMk/>
            <pc:sldMk cId="2738312690" sldId="571"/>
            <ac:spMk id="3" creationId="{7308DE3D-2823-7562-9FBF-281141E4407D}"/>
          </ac:spMkLst>
        </pc:spChg>
        <pc:spChg chg="add">
          <ac:chgData name="Deoliana Mailde Tilman Magalhaes" userId="2c5b725d56819b5f" providerId="LiveId" clId="{ECEAE68F-0DE4-4649-861E-FB9EE55CE706}" dt="2025-12-29T19:26:57.145" v="709"/>
          <ac:spMkLst>
            <pc:docMk/>
            <pc:sldMk cId="2738312690" sldId="571"/>
            <ac:spMk id="4" creationId="{4838AA8D-0105-F61B-6381-ACCCBB93FB9F}"/>
          </ac:spMkLst>
        </pc:spChg>
      </pc:sldChg>
      <pc:sldChg chg="addSp modSp add mod ord">
        <pc:chgData name="Deoliana Mailde Tilman Magalhaes" userId="2c5b725d56819b5f" providerId="LiveId" clId="{ECEAE68F-0DE4-4649-861E-FB9EE55CE706}" dt="2025-12-29T19:51:34.314" v="1388" actId="207"/>
        <pc:sldMkLst>
          <pc:docMk/>
          <pc:sldMk cId="388791484" sldId="572"/>
        </pc:sldMkLst>
        <pc:spChg chg="add mod">
          <ac:chgData name="Deoliana Mailde Tilman Magalhaes" userId="2c5b725d56819b5f" providerId="LiveId" clId="{ECEAE68F-0DE4-4649-861E-FB9EE55CE706}" dt="2025-12-29T19:44:36.546" v="1178" actId="1076"/>
          <ac:spMkLst>
            <pc:docMk/>
            <pc:sldMk cId="388791484" sldId="572"/>
            <ac:spMk id="3" creationId="{81CF29C5-0216-776D-82A8-E9D53A1672CA}"/>
          </ac:spMkLst>
        </pc:spChg>
        <pc:spChg chg="add mod">
          <ac:chgData name="Deoliana Mailde Tilman Magalhaes" userId="2c5b725d56819b5f" providerId="LiveId" clId="{ECEAE68F-0DE4-4649-861E-FB9EE55CE706}" dt="2025-12-29T19:44:31.786" v="1177" actId="1076"/>
          <ac:spMkLst>
            <pc:docMk/>
            <pc:sldMk cId="388791484" sldId="572"/>
            <ac:spMk id="4" creationId="{4C96656E-28C1-EFD0-892C-1523DEF12A77}"/>
          </ac:spMkLst>
        </pc:spChg>
        <pc:spChg chg="add mod">
          <ac:chgData name="Deoliana Mailde Tilman Magalhaes" userId="2c5b725d56819b5f" providerId="LiveId" clId="{ECEAE68F-0DE4-4649-861E-FB9EE55CE706}" dt="2025-12-29T19:51:34.314" v="1388" actId="207"/>
          <ac:spMkLst>
            <pc:docMk/>
            <pc:sldMk cId="388791484" sldId="572"/>
            <ac:spMk id="5" creationId="{736B640E-ECB8-837B-32F4-4B99AFFC0BAE}"/>
          </ac:spMkLst>
        </pc:spChg>
        <pc:spChg chg="mod">
          <ac:chgData name="Deoliana Mailde Tilman Magalhaes" userId="2c5b725d56819b5f" providerId="LiveId" clId="{ECEAE68F-0DE4-4649-861E-FB9EE55CE706}" dt="2025-12-29T19:42:41.526" v="1087" actId="1076"/>
          <ac:spMkLst>
            <pc:docMk/>
            <pc:sldMk cId="388791484" sldId="572"/>
            <ac:spMk id="25" creationId="{BCA9CFE3-42CB-5365-FFA0-195F2F383354}"/>
          </ac:spMkLst>
        </pc:spChg>
        <pc:spChg chg="mod">
          <ac:chgData name="Deoliana Mailde Tilman Magalhaes" userId="2c5b725d56819b5f" providerId="LiveId" clId="{ECEAE68F-0DE4-4649-861E-FB9EE55CE706}" dt="2025-12-29T19:42:41.526" v="1087" actId="1076"/>
          <ac:spMkLst>
            <pc:docMk/>
            <pc:sldMk cId="388791484" sldId="572"/>
            <ac:spMk id="27" creationId="{B292AA77-441D-A81C-CBF5-85E6855A0A6A}"/>
          </ac:spMkLst>
        </pc:spChg>
        <pc:spChg chg="mod">
          <ac:chgData name="Deoliana Mailde Tilman Magalhaes" userId="2c5b725d56819b5f" providerId="LiveId" clId="{ECEAE68F-0DE4-4649-861E-FB9EE55CE706}" dt="2025-12-29T19:42:41.526" v="1087" actId="1076"/>
          <ac:spMkLst>
            <pc:docMk/>
            <pc:sldMk cId="388791484" sldId="572"/>
            <ac:spMk id="28" creationId="{203EB02A-E240-8C4E-47A2-8F715712C10F}"/>
          </ac:spMkLst>
        </pc:spChg>
        <pc:picChg chg="mod">
          <ac:chgData name="Deoliana Mailde Tilman Magalhaes" userId="2c5b725d56819b5f" providerId="LiveId" clId="{ECEAE68F-0DE4-4649-861E-FB9EE55CE706}" dt="2025-12-29T19:42:41.526" v="1087" actId="1076"/>
          <ac:picMkLst>
            <pc:docMk/>
            <pc:sldMk cId="388791484" sldId="572"/>
            <ac:picMk id="16" creationId="{7001CB3C-AAB2-AA82-C1C3-C8E1B12E62FD}"/>
          </ac:picMkLst>
        </pc:picChg>
        <pc:picChg chg="mod">
          <ac:chgData name="Deoliana Mailde Tilman Magalhaes" userId="2c5b725d56819b5f" providerId="LiveId" clId="{ECEAE68F-0DE4-4649-861E-FB9EE55CE706}" dt="2025-12-29T19:42:41.526" v="1087" actId="1076"/>
          <ac:picMkLst>
            <pc:docMk/>
            <pc:sldMk cId="388791484" sldId="572"/>
            <ac:picMk id="18" creationId="{D3F9AF6A-459E-D9EE-1464-663DA02B10F6}"/>
          </ac:picMkLst>
        </pc:picChg>
        <pc:picChg chg="mod">
          <ac:chgData name="Deoliana Mailde Tilman Magalhaes" userId="2c5b725d56819b5f" providerId="LiveId" clId="{ECEAE68F-0DE4-4649-861E-FB9EE55CE706}" dt="2025-12-29T19:42:41.526" v="1087" actId="1076"/>
          <ac:picMkLst>
            <pc:docMk/>
            <pc:sldMk cId="388791484" sldId="572"/>
            <ac:picMk id="20" creationId="{72C8E4D3-E83E-DF93-7693-5230091014BE}"/>
          </ac:picMkLst>
        </pc:picChg>
      </pc:sldChg>
      <pc:sldChg chg="addSp delSp modSp new mod">
        <pc:chgData name="Deoliana Mailde Tilman Magalhaes" userId="2c5b725d56819b5f" providerId="LiveId" clId="{ECEAE68F-0DE4-4649-861E-FB9EE55CE706}" dt="2025-12-29T20:15:49.572" v="2170" actId="1038"/>
        <pc:sldMkLst>
          <pc:docMk/>
          <pc:sldMk cId="610371193" sldId="573"/>
        </pc:sldMkLst>
        <pc:spChg chg="mod">
          <ac:chgData name="Deoliana Mailde Tilman Magalhaes" userId="2c5b725d56819b5f" providerId="LiveId" clId="{ECEAE68F-0DE4-4649-861E-FB9EE55CE706}" dt="2025-12-29T19:52:22.117" v="1395"/>
          <ac:spMkLst>
            <pc:docMk/>
            <pc:sldMk cId="610371193" sldId="573"/>
            <ac:spMk id="2" creationId="{71E038C8-8BAD-2988-63B9-F96EE9750335}"/>
          </ac:spMkLst>
        </pc:spChg>
        <pc:spChg chg="add mod">
          <ac:chgData name="Deoliana Mailde Tilman Magalhaes" userId="2c5b725d56819b5f" providerId="LiveId" clId="{ECEAE68F-0DE4-4649-861E-FB9EE55CE706}" dt="2025-12-29T20:03:23.058" v="1742" actId="1076"/>
          <ac:spMkLst>
            <pc:docMk/>
            <pc:sldMk cId="610371193" sldId="573"/>
            <ac:spMk id="3" creationId="{19BF5B65-61AD-7AEE-DFB2-8E3E104E1DBB}"/>
          </ac:spMkLst>
        </pc:spChg>
        <pc:spChg chg="add mod">
          <ac:chgData name="Deoliana Mailde Tilman Magalhaes" userId="2c5b725d56819b5f" providerId="LiveId" clId="{ECEAE68F-0DE4-4649-861E-FB9EE55CE706}" dt="2025-12-29T19:54:19.617" v="1458"/>
          <ac:spMkLst>
            <pc:docMk/>
            <pc:sldMk cId="610371193" sldId="573"/>
            <ac:spMk id="4" creationId="{A52DC4B7-EDD7-8DC7-4B75-E44C2A8EEFC5}"/>
          </ac:spMkLst>
        </pc:spChg>
        <pc:spChg chg="add mod">
          <ac:chgData name="Deoliana Mailde Tilman Magalhaes" userId="2c5b725d56819b5f" providerId="LiveId" clId="{ECEAE68F-0DE4-4649-861E-FB9EE55CE706}" dt="2025-12-29T20:15:30.342" v="2113" actId="1076"/>
          <ac:spMkLst>
            <pc:docMk/>
            <pc:sldMk cId="610371193" sldId="573"/>
            <ac:spMk id="13" creationId="{3FCE222A-493C-6B19-9B1E-D1C2B997E20B}"/>
          </ac:spMkLst>
        </pc:spChg>
        <pc:spChg chg="add mod">
          <ac:chgData name="Deoliana Mailde Tilman Magalhaes" userId="2c5b725d56819b5f" providerId="LiveId" clId="{ECEAE68F-0DE4-4649-861E-FB9EE55CE706}" dt="2025-12-29T20:15:49.572" v="2170" actId="1038"/>
          <ac:spMkLst>
            <pc:docMk/>
            <pc:sldMk cId="610371193" sldId="573"/>
            <ac:spMk id="20" creationId="{28575F8E-275E-5C5E-B539-0389C6578295}"/>
          </ac:spMkLst>
        </pc:spChg>
        <pc:picChg chg="add del mod">
          <ac:chgData name="Deoliana Mailde Tilman Magalhaes" userId="2c5b725d56819b5f" providerId="LiveId" clId="{ECEAE68F-0DE4-4649-861E-FB9EE55CE706}" dt="2025-12-29T19:54:36.577" v="1466" actId="478"/>
          <ac:picMkLst>
            <pc:docMk/>
            <pc:sldMk cId="610371193" sldId="573"/>
            <ac:picMk id="6" creationId="{143E8CC5-629E-070B-572D-3FCC6E1A847C}"/>
          </ac:picMkLst>
        </pc:picChg>
        <pc:picChg chg="add mod">
          <ac:chgData name="Deoliana Mailde Tilman Magalhaes" userId="2c5b725d56819b5f" providerId="LiveId" clId="{ECEAE68F-0DE4-4649-861E-FB9EE55CE706}" dt="2025-12-29T20:06:28.278" v="1920" actId="1037"/>
          <ac:picMkLst>
            <pc:docMk/>
            <pc:sldMk cId="610371193" sldId="573"/>
            <ac:picMk id="8" creationId="{60982F41-C562-0B41-F871-6B73571BF335}"/>
          </ac:picMkLst>
        </pc:picChg>
        <pc:picChg chg="add mod">
          <ac:chgData name="Deoliana Mailde Tilman Magalhaes" userId="2c5b725d56819b5f" providerId="LiveId" clId="{ECEAE68F-0DE4-4649-861E-FB9EE55CE706}" dt="2025-12-29T20:15:33.737" v="2130" actId="1038"/>
          <ac:picMkLst>
            <pc:docMk/>
            <pc:sldMk cId="610371193" sldId="573"/>
            <ac:picMk id="10" creationId="{199F7561-255E-ACE8-825A-249B47C3FD84}"/>
          </ac:picMkLst>
        </pc:picChg>
        <pc:picChg chg="add mod">
          <ac:chgData name="Deoliana Mailde Tilman Magalhaes" userId="2c5b725d56819b5f" providerId="LiveId" clId="{ECEAE68F-0DE4-4649-861E-FB9EE55CE706}" dt="2025-12-29T20:15:32.559" v="2124" actId="1038"/>
          <ac:picMkLst>
            <pc:docMk/>
            <pc:sldMk cId="610371193" sldId="573"/>
            <ac:picMk id="12" creationId="{22E98A41-0F58-2EA5-C5EA-EFD49B564EBD}"/>
          </ac:picMkLst>
        </pc:picChg>
        <pc:picChg chg="add mod">
          <ac:chgData name="Deoliana Mailde Tilman Magalhaes" userId="2c5b725d56819b5f" providerId="LiveId" clId="{ECEAE68F-0DE4-4649-861E-FB9EE55CE706}" dt="2025-12-29T20:15:37.229" v="2144" actId="1037"/>
          <ac:picMkLst>
            <pc:docMk/>
            <pc:sldMk cId="610371193" sldId="573"/>
            <ac:picMk id="15" creationId="{29492A06-7596-1443-B15A-79D211D50407}"/>
          </ac:picMkLst>
        </pc:picChg>
        <pc:picChg chg="add mod">
          <ac:chgData name="Deoliana Mailde Tilman Magalhaes" userId="2c5b725d56819b5f" providerId="LiveId" clId="{ECEAE68F-0DE4-4649-861E-FB9EE55CE706}" dt="2025-12-29T20:15:40.372" v="2148" actId="1035"/>
          <ac:picMkLst>
            <pc:docMk/>
            <pc:sldMk cId="610371193" sldId="573"/>
            <ac:picMk id="17" creationId="{D15B048C-5CFE-0DC8-39CA-8D305CC7FE1B}"/>
          </ac:picMkLst>
        </pc:picChg>
        <pc:picChg chg="add mod">
          <ac:chgData name="Deoliana Mailde Tilman Magalhaes" userId="2c5b725d56819b5f" providerId="LiveId" clId="{ECEAE68F-0DE4-4649-861E-FB9EE55CE706}" dt="2025-12-29T20:15:44.332" v="2166" actId="1035"/>
          <ac:picMkLst>
            <pc:docMk/>
            <pc:sldMk cId="610371193" sldId="573"/>
            <ac:picMk id="19" creationId="{8A5A7EE1-2C7E-5504-561D-1D74C030CD81}"/>
          </ac:picMkLst>
        </pc:picChg>
      </pc:sldChg>
      <pc:sldChg chg="addSp delSp modSp add mod">
        <pc:chgData name="Deoliana Mailde Tilman Magalhaes" userId="2c5b725d56819b5f" providerId="LiveId" clId="{ECEAE68F-0DE4-4649-861E-FB9EE55CE706}" dt="2025-12-29T20:13:25.192" v="2009" actId="1076"/>
        <pc:sldMkLst>
          <pc:docMk/>
          <pc:sldMk cId="1521418801" sldId="574"/>
        </pc:sldMkLst>
        <pc:spChg chg="del">
          <ac:chgData name="Deoliana Mailde Tilman Magalhaes" userId="2c5b725d56819b5f" providerId="LiveId" clId="{ECEAE68F-0DE4-4649-861E-FB9EE55CE706}" dt="2025-12-29T19:57:02.761" v="1558" actId="478"/>
          <ac:spMkLst>
            <pc:docMk/>
            <pc:sldMk cId="1521418801" sldId="574"/>
            <ac:spMk id="3" creationId="{A8B5EFED-4C71-6B60-004A-109E319CF89D}"/>
          </ac:spMkLst>
        </pc:spChg>
        <pc:spChg chg="add mod">
          <ac:chgData name="Deoliana Mailde Tilman Magalhaes" userId="2c5b725d56819b5f" providerId="LiveId" clId="{ECEAE68F-0DE4-4649-861E-FB9EE55CE706}" dt="2025-12-29T19:57:22.637" v="1587" actId="20577"/>
          <ac:spMkLst>
            <pc:docMk/>
            <pc:sldMk cId="1521418801" sldId="574"/>
            <ac:spMk id="4" creationId="{235B65A5-8DC2-81D7-88E9-C581DD77F138}"/>
          </ac:spMkLst>
        </pc:spChg>
        <pc:spChg chg="add mod">
          <ac:chgData name="Deoliana Mailde Tilman Magalhaes" userId="2c5b725d56819b5f" providerId="LiveId" clId="{ECEAE68F-0DE4-4649-861E-FB9EE55CE706}" dt="2025-12-29T20:06:58.216" v="1973" actId="1076"/>
          <ac:spMkLst>
            <pc:docMk/>
            <pc:sldMk cId="1521418801" sldId="574"/>
            <ac:spMk id="14" creationId="{D31D814D-3BC7-603D-553F-23A52460166B}"/>
          </ac:spMkLst>
        </pc:spChg>
        <pc:picChg chg="add mod modCrop">
          <ac:chgData name="Deoliana Mailde Tilman Magalhaes" userId="2c5b725d56819b5f" providerId="LiveId" clId="{ECEAE68F-0DE4-4649-861E-FB9EE55CE706}" dt="2025-12-29T20:13:25.192" v="2009" actId="1076"/>
          <ac:picMkLst>
            <pc:docMk/>
            <pc:sldMk cId="1521418801" sldId="574"/>
            <ac:picMk id="6" creationId="{0ADFE7B4-3923-ED32-427E-DD4C217DB4D0}"/>
          </ac:picMkLst>
        </pc:picChg>
        <pc:picChg chg="del mod">
          <ac:chgData name="Deoliana Mailde Tilman Magalhaes" userId="2c5b725d56819b5f" providerId="LiveId" clId="{ECEAE68F-0DE4-4649-861E-FB9EE55CE706}" dt="2025-12-29T19:57:49.408" v="1589" actId="478"/>
          <ac:picMkLst>
            <pc:docMk/>
            <pc:sldMk cId="1521418801" sldId="574"/>
            <ac:picMk id="8" creationId="{6C94C2ED-85B4-4837-B0D2-EB8E14D5D00B}"/>
          </ac:picMkLst>
        </pc:picChg>
        <pc:picChg chg="add mod modCrop">
          <ac:chgData name="Deoliana Mailde Tilman Magalhaes" userId="2c5b725d56819b5f" providerId="LiveId" clId="{ECEAE68F-0DE4-4649-861E-FB9EE55CE706}" dt="2025-12-29T20:13:25.192" v="2009" actId="1076"/>
          <ac:picMkLst>
            <pc:docMk/>
            <pc:sldMk cId="1521418801" sldId="574"/>
            <ac:picMk id="9" creationId="{A2FB2BD4-636F-6BDB-B9DF-5DADA866F4BE}"/>
          </ac:picMkLst>
        </pc:picChg>
        <pc:picChg chg="del mod">
          <ac:chgData name="Deoliana Mailde Tilman Magalhaes" userId="2c5b725d56819b5f" providerId="LiveId" clId="{ECEAE68F-0DE4-4649-861E-FB9EE55CE706}" dt="2025-12-29T19:58:46.868" v="1600" actId="478"/>
          <ac:picMkLst>
            <pc:docMk/>
            <pc:sldMk cId="1521418801" sldId="574"/>
            <ac:picMk id="10" creationId="{FFC4B7A4-8D43-E83A-1F74-DD8A9E540E6F}"/>
          </ac:picMkLst>
        </pc:picChg>
        <pc:picChg chg="del mod">
          <ac:chgData name="Deoliana Mailde Tilman Magalhaes" userId="2c5b725d56819b5f" providerId="LiveId" clId="{ECEAE68F-0DE4-4649-861E-FB9EE55CE706}" dt="2025-12-29T19:58:48.048" v="1602" actId="478"/>
          <ac:picMkLst>
            <pc:docMk/>
            <pc:sldMk cId="1521418801" sldId="574"/>
            <ac:picMk id="12" creationId="{89DC676B-B086-667A-15C3-A645894C3A65}"/>
          </ac:picMkLst>
        </pc:picChg>
        <pc:picChg chg="add mod modCrop">
          <ac:chgData name="Deoliana Mailde Tilman Magalhaes" userId="2c5b725d56819b5f" providerId="LiveId" clId="{ECEAE68F-0DE4-4649-861E-FB9EE55CE706}" dt="2025-12-29T20:13:25.192" v="2009" actId="1076"/>
          <ac:picMkLst>
            <pc:docMk/>
            <pc:sldMk cId="1521418801" sldId="574"/>
            <ac:picMk id="13" creationId="{EA9A9FCE-5CCF-9DA9-EE7B-E33DA63273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780EB-8C32-418D-8A48-73B7AFA7396D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A6410-58CE-4734-9CB2-6FA06409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8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749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F9B1-0E2F-C6D7-F81C-453DB8EA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7C9582-EAB2-ECCC-F5A3-83560E58B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1784DC-D7E0-9A7A-804D-78BDC9C5E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CCF77B-A25B-1661-B215-DC563A5C4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881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EACA-DD2C-6BE4-88E5-4BFC540F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4749AF-4AE3-9609-3CE7-F7C1E31FD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2A6BE8-CD61-37E4-ECB0-83F677AB8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20A76-5CC3-9DBE-8F48-FBC577D42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308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C4AA-C1D0-315B-577F-47C85A1E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2DC55B-2F9D-F083-2754-BF47D626B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4B1E27-A249-415C-F668-483776643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4A8AD-4E0A-CD03-A17C-03391A39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7E1F421-FE07-E5B4-5312-85FEBB2A912A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E68CA9-9B2B-03F9-4514-39279206F972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A81DA4-0FEC-E7F4-3B02-45D60C45B0F1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D646E-BC8D-DD76-98E0-58DED90EADAD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C7E81E5-E75A-FADA-615D-AC644DA4C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F0EE90-3C1B-1EFF-D839-1134D7B1B37A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2E6AF03-7687-C663-74EE-F7E42F8CD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87EE6DE-FD11-1479-B3CA-BEB79849EB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9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1D1D0-0068-B264-7133-A9F5D551C2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5961" y="1764221"/>
            <a:ext cx="11880075" cy="1907442"/>
          </a:xfrm>
        </p:spPr>
        <p:txBody>
          <a:bodyPr anchor="ctr">
            <a:normAutofit/>
          </a:bodyPr>
          <a:lstStyle>
            <a:lvl1pPr algn="ctr">
              <a:defRPr sz="3200" b="1"/>
            </a:lvl1pPr>
          </a:lstStyle>
          <a:p>
            <a:r>
              <a:rPr lang="en-US" altLang="ko-KR" dirty="0"/>
              <a:t>Master title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8ABA4-4321-E188-508A-EA66FE04A5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8510" y="4105917"/>
            <a:ext cx="9144000" cy="1455014"/>
          </a:xfrm>
        </p:spPr>
        <p:txBody>
          <a:bodyPr anchor="ctr"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429B-24A7-AC78-1397-E61160D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49D15-CA6F-05C6-7284-808FDAC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7258-909C-45A9-216D-9602DF5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B02FD2-893F-7841-B42B-0EB73166CFA6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98E10-C658-DA56-8FD8-92EFA0C81D4A}"/>
              </a:ext>
            </a:extLst>
          </p:cNvPr>
          <p:cNvSpPr txBox="1"/>
          <p:nvPr userDrawn="1"/>
        </p:nvSpPr>
        <p:spPr>
          <a:xfrm>
            <a:off x="4521200" y="5649808"/>
            <a:ext cx="579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latin typeface="Helvetica" panose="020B0604020202020204" pitchFamily="34" charset="0"/>
                <a:cs typeface="Helvetica" panose="020B0604020202020204" pitchFamily="34" charset="0"/>
              </a:rPr>
              <a:t>Dakyoung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olecular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maging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ystems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aboratory</a:t>
            </a:r>
          </a:p>
          <a:p>
            <a:pPr algn="r"/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Department of Bioengineering, Korea University</a:t>
            </a:r>
          </a:p>
          <a:p>
            <a:pPr algn="r"/>
            <a:endParaRPr lang="en-US" altLang="ko-K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FC27A8-C397-A15F-BCDE-D29293B4683F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23D89F-2EAB-1D52-E95E-7A89B3EDEFDE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DAE7F0-EBAF-860B-C5DC-9E7D9C069D74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68C2E8-412E-B1B6-2F30-D162CC7279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ED9E05-F001-502A-EBAA-D650F80B80E5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BA937A-06C6-32C5-0BA2-C4BEB297F3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9DA0DC-B105-6186-031D-4E8E582A23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7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7893E-9C1C-0686-801E-9099FAE7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25" y="1764222"/>
            <a:ext cx="11568149" cy="19093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88298-22D7-89D1-4AA4-27A49232E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02" y="4134231"/>
            <a:ext cx="9144000" cy="112356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7FB8C-A608-1FC1-3E8C-EFB91030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6BAE7-4FCF-0673-47FA-C1B587E8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CF77B-8275-497B-1A35-C6DCCCB8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F74485FE-4C56-9088-AC8C-18B204E7CA15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86DF63-56CA-4274-BF0E-B66D550F2643}" type="datetimeFigureOut">
              <a:rPr lang="ko-KR" altLang="en-US" smtClean="0"/>
              <a:pPr/>
              <a:t>2025-12-25</a:t>
            </a:fld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00DE202B-F9ED-6BCC-A60A-1AFF2073B8D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26CB42-36F8-48B2-A0B8-3701159B337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AD10F5-12D2-9076-B95F-0F771F95E35A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46A23D-B650-6EF4-BB29-F997B42DE58C}"/>
              </a:ext>
            </a:extLst>
          </p:cNvPr>
          <p:cNvSpPr txBox="1"/>
          <p:nvPr userDrawn="1"/>
        </p:nvSpPr>
        <p:spPr>
          <a:xfrm>
            <a:off x="4521200" y="5649808"/>
            <a:ext cx="579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b="1" dirty="0">
              <a:solidFill>
                <a:srgbClr val="8B0029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olecular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maging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ystems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aboratory</a:t>
            </a:r>
          </a:p>
          <a:p>
            <a:pPr algn="r"/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Department of Bioengineering, Korea University</a:t>
            </a:r>
          </a:p>
          <a:p>
            <a:pPr algn="r"/>
            <a:endParaRPr lang="en-US" altLang="ko-K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6F794F-BF96-646D-8DBE-853C34AA0AA8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D08D46-E547-D2EC-98AC-CD0BFBA8A44A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B215C4-D8E6-A1A0-0289-B0C197D6F17B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F9FA718-88FC-3001-A2E3-38F4A3B34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193BA-2115-653C-6217-C98B1252D377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2730CDB-E8F5-7804-D3CC-75A8FBAFCF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E0BF2FC-3DD4-B774-063B-987FED0945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3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748BA-B4B2-FEC7-D61F-D5AB5E6E8D0B}"/>
              </a:ext>
            </a:extLst>
          </p:cNvPr>
          <p:cNvSpPr/>
          <p:nvPr/>
        </p:nvSpPr>
        <p:spPr>
          <a:xfrm>
            <a:off x="1669905" y="985434"/>
            <a:ext cx="8789577" cy="5154342"/>
          </a:xfrm>
          <a:prstGeom prst="rect">
            <a:avLst/>
          </a:prstGeom>
          <a:solidFill>
            <a:srgbClr val="8B0029">
              <a:alpha val="23137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44F15-D09F-1AC2-B2A4-E98E2644D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4" y="158817"/>
            <a:ext cx="8996449" cy="43495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  <a:latin typeface="Helvetica" panose="020B0604020202020204"/>
                <a:cs typeface="Helvetica" panose="020B0604020202020204"/>
              </a:defRPr>
            </a:lvl1pPr>
          </a:lstStyle>
          <a:p>
            <a:r>
              <a:rPr lang="en-US" altLang="ko-KR" dirty="0"/>
              <a:t>Master</a:t>
            </a:r>
            <a:r>
              <a:rPr lang="ko-KR" altLang="en-US" dirty="0"/>
              <a:t> </a:t>
            </a: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3D8F5-5603-D971-5E05-E9E78F80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264" y="1701580"/>
            <a:ext cx="8332967" cy="417098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DF4467-C115-26B5-C6B5-03591582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25BDF0-775E-D8D0-D4FF-E60C381F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55421C-4611-4ED5-AEC6-5A097A53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3F6165-4E33-11E0-45CF-C4EA543B12A4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EDE57B-DFD4-D580-610C-D1076E7EBFE2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9D2C930-DDCA-DD18-2B5A-509572AF3F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5804A56-593F-FA43-F235-D2F25C8866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3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C7E9C-7C2A-5344-DCCE-6800BCC30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5" y="158817"/>
            <a:ext cx="8996449" cy="447217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  <a:latin typeface="Helvetica" panose="020B0604020202020204"/>
                <a:cs typeface="Helvetica" panose="020B0604020202020204"/>
              </a:defRPr>
            </a:lvl1pPr>
          </a:lstStyle>
          <a:p>
            <a:r>
              <a:rPr lang="en-US" altLang="ko-KR" dirty="0"/>
              <a:t>Master title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9446F3-1DBF-B091-5EAB-472D403F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2C201D-DDE2-2EC0-32BA-79C3289D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F81227-4A7B-A3F5-2BD6-345286D8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610EBD-7E9E-316F-B7AF-0C96F1105BE7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EEFE88-6A46-55A4-F0B5-B5A3B43979F2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424462-9410-7714-9A85-C44F89EC3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E4D42F-BF0A-B822-2261-1A0574252A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F8BC37-2026-4182-1CF7-3A74FC5368CB}"/>
              </a:ext>
            </a:extLst>
          </p:cNvPr>
          <p:cNvSpPr/>
          <p:nvPr userDrawn="1"/>
        </p:nvSpPr>
        <p:spPr>
          <a:xfrm>
            <a:off x="2028595" y="847408"/>
            <a:ext cx="525785" cy="603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ABB01B-0669-C413-756C-D370920C1510}"/>
              </a:ext>
            </a:extLst>
          </p:cNvPr>
          <p:cNvSpPr/>
          <p:nvPr userDrawn="1"/>
        </p:nvSpPr>
        <p:spPr>
          <a:xfrm>
            <a:off x="2308380" y="1185238"/>
            <a:ext cx="167831" cy="176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8D4FFF-A828-DD48-FEA5-35A1E764A7E4}"/>
              </a:ext>
            </a:extLst>
          </p:cNvPr>
          <p:cNvSpPr/>
          <p:nvPr userDrawn="1"/>
        </p:nvSpPr>
        <p:spPr>
          <a:xfrm>
            <a:off x="3139807" y="1137229"/>
            <a:ext cx="374574" cy="190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B43F7A-E7AD-F729-EB43-7DD082B396E3}"/>
              </a:ext>
            </a:extLst>
          </p:cNvPr>
          <p:cNvSpPr/>
          <p:nvPr userDrawn="1"/>
        </p:nvSpPr>
        <p:spPr>
          <a:xfrm>
            <a:off x="1597776" y="954306"/>
            <a:ext cx="9011182" cy="5358136"/>
          </a:xfrm>
          <a:prstGeom prst="rect">
            <a:avLst/>
          </a:prstGeom>
          <a:noFill/>
          <a:ln w="28575">
            <a:solidFill>
              <a:srgbClr val="8B0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62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9248B-CEAF-9D66-037D-1103203E5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5" y="174141"/>
            <a:ext cx="9756025" cy="427157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F95C16-73B3-0C7E-6844-282030341397}"/>
              </a:ext>
            </a:extLst>
          </p:cNvPr>
          <p:cNvSpPr/>
          <p:nvPr userDrawn="1"/>
        </p:nvSpPr>
        <p:spPr>
          <a:xfrm>
            <a:off x="1669907" y="1117674"/>
            <a:ext cx="8852186" cy="3091316"/>
          </a:xfrm>
          <a:prstGeom prst="rect">
            <a:avLst/>
          </a:prstGeom>
          <a:noFill/>
          <a:ln w="28575">
            <a:solidFill>
              <a:srgbClr val="8B0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C540A-1758-17DE-E14F-C27724EF423E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FFEFFE-1C37-C12C-5D9C-4F0AE8E0A47C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A30036C-F7DF-E54D-7D7C-5BA094CD8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5ED1FDF0-039C-AC32-E094-21B3397E734F}"/>
              </a:ext>
            </a:extLst>
          </p:cNvPr>
          <p:cNvGrpSpPr/>
          <p:nvPr userDrawn="1"/>
        </p:nvGrpSpPr>
        <p:grpSpPr>
          <a:xfrm>
            <a:off x="1732518" y="4430402"/>
            <a:ext cx="8699508" cy="1902852"/>
            <a:chOff x="6818529" y="4142681"/>
            <a:chExt cx="4029984" cy="168949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1D5E76C-C027-733E-0396-6CE1B4D91203}"/>
                </a:ext>
              </a:extLst>
            </p:cNvPr>
            <p:cNvSpPr/>
            <p:nvPr/>
          </p:nvSpPr>
          <p:spPr>
            <a:xfrm>
              <a:off x="6818529" y="4142681"/>
              <a:ext cx="4029984" cy="1689496"/>
            </a:xfrm>
            <a:prstGeom prst="rect">
              <a:avLst/>
            </a:prstGeom>
            <a:solidFill>
              <a:srgbClr val="8B0029">
                <a:alpha val="23137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E571B6-64B2-7150-4953-8B5F2F11D5ED}"/>
                </a:ext>
              </a:extLst>
            </p:cNvPr>
            <p:cNvSpPr txBox="1"/>
            <p:nvPr/>
          </p:nvSpPr>
          <p:spPr>
            <a:xfrm>
              <a:off x="7528140" y="4363121"/>
              <a:ext cx="2698808" cy="32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Zone refining</a:t>
              </a:r>
              <a:endParaRPr lang="ko-KR" altLang="en-US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D6041A-DC45-3C43-C774-36FC01D09BE2}"/>
                </a:ext>
              </a:extLst>
            </p:cNvPr>
            <p:cNvSpPr txBox="1"/>
            <p:nvPr/>
          </p:nvSpPr>
          <p:spPr>
            <a:xfrm>
              <a:off x="6934506" y="4732453"/>
              <a:ext cx="3810748" cy="956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Zone refining furnace with the </a:t>
              </a:r>
              <a:r>
                <a:rPr lang="en-US" altLang="ko-KR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heating tape maintained at a temperature of 130 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Narrow zone furnace was heated up to 600 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Cycles performed at 10 mm/h repeated 24 times for purification, which was followed by a cycle at 5 mm/h to promote crystal growth</a:t>
              </a: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8C52ADF6-CAC3-E259-DC8B-2177D9971F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6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B7583-808E-C12B-EDD6-DC92E07A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F5B99-B059-FAC9-FCBA-45EFD0499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85CB50-0065-7D32-EB35-52132DA8C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466EE-8A1F-68FF-C4AA-5CB2BD5A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36B9B-6681-C6B5-A077-8BE60810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2BEB8E-B7E1-A563-85EB-8F49C953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56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1E4E7-59AC-64BF-272C-A4A9C71D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336C4-62F0-27BE-3DC1-FD60ABEEA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EEBF1C-33B7-F15F-193C-BEB040A23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DF8444-9A1B-F2A2-DF8A-CA7F4C8AA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700A6B-6A02-F7F2-5387-1D24E4720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227A5E-E7DF-697D-4A8C-11BC7B46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30A462-2619-995A-D4F1-F8E528CA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A69F1-4348-380E-A6A8-2B2D6AAD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21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8167A4-1192-8090-F33B-E1AE4CB1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0D8A1C-6CBF-0CEE-D53D-04003CE1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0E98D-EFF5-DD16-9542-6E41F6DA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23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75B28-69AF-D3B7-0281-1D838FB2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1AB02-DB99-D738-C65F-A8A84250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6B1F5D-EB7D-8942-4CED-CA4A14E26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CEB9ED-3317-86A5-33B5-55DDAA44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75AB0F-9B1F-D0A0-B704-1382C11C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80AC84-C5C9-F1F9-00B1-17B85928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62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DF326-6EB0-81A4-4277-6D672F66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9CE705-1E48-5DA9-1050-A06298FA9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B362-70FA-CF44-D37D-7F0798628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AD7F97-DB33-AD21-8219-6BB1A18F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A4DC18-B6CD-CB82-C16F-1F88905A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2A53C3-33B8-9E30-002C-8668D861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623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94B9F-2C7C-FDF3-FDCD-5F1940E5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9CE338-16AE-5292-BFD9-983F5530C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9A1AA-0719-1642-9261-282096B9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1FE863-A2DE-3940-6392-FF1020D9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F3BD1-9099-433B-2914-96B00D65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63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A28BCE-9BF1-7124-A4AB-B0F19F5F7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4EA222-3D04-9AC9-19AC-FF3EA61A8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31194-1DC6-3AA6-62F5-E8D87B82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CB7D06-6F94-EAE2-A2BD-E0BBCFC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90688-B58F-6A80-5B9E-32C7BB1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1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4A7C-20BE-4D15-928D-F559733A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3C066-E124-4078-A24A-B672329AA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5C160-1B21-44C6-BAE0-B6269F04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2962-81BF-4E3E-82A7-0FC6ACB74D48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D8FB6E-D596-4EC2-8D95-084A94FC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36E9E-A1CA-4B36-B9F6-2149AAB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0C45-F3F3-404A-A084-84E0FACA2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00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1D1D0-0068-B264-7133-A9F5D551C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8ABA4-4321-E188-508A-EA66FE04A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429B-24A7-AC78-1397-E61160D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49D15-CA6F-05C6-7284-808FDAC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7258-909C-45A9-216D-9602DF5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59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B9AE5-A3D0-E552-6A41-8B70678D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9EBEC-7A00-F3FC-01D6-F62BC6558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4B356-AB5E-BA0F-8B52-B8691468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8D8B9-FB9F-6FA5-AFB8-535DB299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B51E8-67E8-CDA4-5548-59892D7F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590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A1736-AA4B-7286-FEAF-422CB58C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E6AC1-34CC-F477-EB0F-713EF5435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3889D7-8651-494A-8FF9-E1A341DEF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C639FD-F7BB-8623-86E6-818C0A94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9952-28DB-4A3F-69A1-C362CD25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D9603D-F8E3-2DF8-E29C-BA738FC2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905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42F1B-9E59-B01C-B174-E2350E3B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3075E-49BF-828B-1EAF-0F35F496E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828E90-3940-F72C-D278-F98675C56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887B85-11F6-619D-73CB-737E8ECD0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5A516B-608D-7D76-156E-E1DFFF7CF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327DA-BC33-2A69-CC11-516D9CC0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79C88C-B2C4-DF67-7D74-8626A4B0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EE211C-9197-5F19-3527-CA2817C7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8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32339-A9E5-F5AE-F8A3-B443F8E4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958DD3-016F-A42F-640A-4327948E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864188-34E7-5774-F2B0-E431F58E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4E77CF-B4E2-CA90-8EC3-853FCC67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475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7D0F0-70DE-7888-C9B8-E2E0F54A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ED78D9-5092-39ED-971D-ABADA98B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1F49B-291F-26C5-19EE-EF16BF8A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787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F9A5C-0A87-B53E-E433-3508DD70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B4817-92F7-7163-B6D2-8BE53808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1157E7-A691-7A5C-5472-C7C0BED5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7BDCBB-8E5F-79A6-E335-6BE3317A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D22F05-3D91-D155-C2F7-995AD989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AC520C-D938-B68A-153C-522997D0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24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71F33-088B-98F6-0B6E-8DC5A338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27BA80-8158-8712-F375-6F1A31242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0CBEAD-FEC5-FB22-111B-9E3AC1134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C17AA6-5AF2-5A0A-FE5A-E3433527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A6625C-996C-A0C0-02B8-0DEC37F7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F2B8C7-2435-2500-CC64-2F46BA92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62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155F1-8440-8C74-907A-23E864A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648E61-16C1-805A-37DE-65E7BE883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7042B-223F-1F63-7DA7-2BEA2084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35EAC-258B-D6FA-AE42-C5C777D9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E86B5-8C85-EFA6-BEE0-B6510155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496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1E3D97-AB37-C70A-B385-1FFFF9E01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2FA65-120A-309D-63FC-BDA32A84D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42AF0-0FE4-C851-5971-2702C6D4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CE8E1-9127-8E39-9BCF-EAEFCA17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D5348-FF56-63E8-125F-7F376BE1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42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A27237-957F-8C90-E8E2-9623B556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C0954-35CB-4349-563B-B22156697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A8A1-8C85-6B52-D74D-47D640B09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6DF63-56CA-4274-BF0E-B66D550F264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F9D929-8029-F7BE-839B-AB7B7624C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1DC6B-0444-91E6-F219-2ACAE9769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0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62" r:id="rId4"/>
    <p:sldLayoutId id="2147483654" r:id="rId5"/>
    <p:sldLayoutId id="2147483673" r:id="rId6"/>
    <p:sldLayoutId id="2147483652" r:id="rId7"/>
    <p:sldLayoutId id="2147483653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9E10E8-13A2-4246-D006-14F17454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609FC5-7989-CBAD-E35D-3D141084F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51472-C25A-DA5B-C65A-364CE4C39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5C4BC-BFC1-4EB7-885D-055E57485393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76A9F-55CA-1CAB-1AF6-B3EEBDBE6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A4E422-F053-383C-9AA8-29429AF85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64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BF39-253E-3168-6D52-7982A900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B60B557-DBAC-A3D7-4C95-5E6AE4008523}"/>
              </a:ext>
            </a:extLst>
          </p:cNvPr>
          <p:cNvSpPr txBox="1">
            <a:spLocks/>
          </p:cNvSpPr>
          <p:nvPr/>
        </p:nvSpPr>
        <p:spPr>
          <a:xfrm>
            <a:off x="2467188" y="1700642"/>
            <a:ext cx="7349639" cy="190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3000" b="1" dirty="0"/>
              <a:t>Lab-Meeting</a:t>
            </a:r>
          </a:p>
          <a:p>
            <a:pPr algn="ctr">
              <a:lnSpc>
                <a:spcPct val="150000"/>
              </a:lnSpc>
            </a:pPr>
            <a:r>
              <a:rPr lang="en-US" altLang="ko-KR" sz="3200" dirty="0"/>
              <a:t>2025/12/30</a:t>
            </a:r>
            <a:endParaRPr lang="ko-KR" altLang="en-US" sz="3000" b="1" dirty="0">
              <a:latin typeface="+mn-lt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00F9132-AE56-4F93-3D73-5A2BE3E7FD9A}"/>
              </a:ext>
            </a:extLst>
          </p:cNvPr>
          <p:cNvSpPr txBox="1">
            <a:spLocks/>
          </p:cNvSpPr>
          <p:nvPr/>
        </p:nvSpPr>
        <p:spPr>
          <a:xfrm>
            <a:off x="5776432" y="5413654"/>
            <a:ext cx="7066349" cy="655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latin typeface="+mn-lt"/>
              </a:rPr>
              <a:t>Deoliana Matilde</a:t>
            </a:r>
            <a:endParaRPr lang="ko-KR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919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457B-F237-0169-0F5C-C0DF8BE9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495A3E-38DC-A619-5EC3-47227F3D5684}"/>
              </a:ext>
            </a:extLst>
          </p:cNvPr>
          <p:cNvSpPr txBox="1"/>
          <p:nvPr/>
        </p:nvSpPr>
        <p:spPr>
          <a:xfrm>
            <a:off x="1819809" y="1310471"/>
            <a:ext cx="855238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Simulation on fixed pitch(previous given geometry) but varying the center frequency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Scaling pitch with frequency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Simulate 16x16 array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6D1EE3-2A26-76DC-4CE6-BE769E3E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01 Today’s discussion</a:t>
            </a:r>
          </a:p>
        </p:txBody>
      </p:sp>
    </p:spTree>
    <p:extLst>
      <p:ext uri="{BB962C8B-B14F-4D97-AF65-F5344CB8AC3E}">
        <p14:creationId xmlns:p14="http://schemas.microsoft.com/office/powerpoint/2010/main" val="68790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DD54-91E8-12E9-9153-9802FABD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AB146-8938-C3FE-BAF0-F79EEB58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EB111-C59F-208B-A3D0-313F710B1A90}"/>
              </a:ext>
            </a:extLst>
          </p:cNvPr>
          <p:cNvSpPr txBox="1"/>
          <p:nvPr/>
        </p:nvSpPr>
        <p:spPr>
          <a:xfrm>
            <a:off x="1632553" y="1356880"/>
            <a:ext cx="5937609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Transducer</a:t>
            </a:r>
            <a:r>
              <a:rPr lang="en-US" altLang="ko-KR" sz="1600" dirty="0"/>
              <a:t>		: 8x8 elements (64total)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Center frequency</a:t>
            </a:r>
            <a:r>
              <a:rPr lang="en-US" altLang="ko-KR" sz="1600" dirty="0"/>
              <a:t>	: 3/7/11MHz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Pitch</a:t>
            </a:r>
            <a:r>
              <a:rPr lang="en-US" altLang="ko-KR" sz="1600" dirty="0"/>
              <a:t>  			: </a:t>
            </a:r>
            <a:r>
              <a:rPr lang="el-GR" altLang="ko-KR" sz="1600" dirty="0"/>
              <a:t>300 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Kerf (gap)		:</a:t>
            </a:r>
            <a:r>
              <a:rPr lang="en-US" altLang="ko-KR" sz="1600" dirty="0"/>
              <a:t> 90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Element width/height	:</a:t>
            </a:r>
            <a:r>
              <a:rPr lang="en-US" altLang="ko-KR" sz="1600" dirty="0"/>
              <a:t> 210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Speed of sound of soft tissue : 1540m/s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29E0B-2D1D-69C6-F7B4-62BB437AE936}"/>
              </a:ext>
            </a:extLst>
          </p:cNvPr>
          <p:cNvSpPr txBox="1"/>
          <p:nvPr/>
        </p:nvSpPr>
        <p:spPr>
          <a:xfrm>
            <a:off x="1614081" y="1080469"/>
            <a:ext cx="436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Transducer Geometry and Parameter:</a:t>
            </a:r>
            <a:endParaRPr lang="ko-KR" altLang="en-US" dirty="0"/>
          </a:p>
        </p:txBody>
      </p:sp>
      <p:pic>
        <p:nvPicPr>
          <p:cNvPr id="5" name="그림 4" descr="스크린샷, 사각형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0A1470-65EC-0BAA-DA87-8E48B753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4319" r="11252" b="4985"/>
          <a:stretch>
            <a:fillRect/>
          </a:stretch>
        </p:blipFill>
        <p:spPr>
          <a:xfrm>
            <a:off x="7279297" y="1820215"/>
            <a:ext cx="5636575" cy="47151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15F09D-C909-7EF4-2532-997983B99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13" y="4065891"/>
            <a:ext cx="3943424" cy="2023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1C9A6-A5F8-379A-19CE-7F28A50BF7FF}"/>
              </a:ext>
            </a:extLst>
          </p:cNvPr>
          <p:cNvSpPr txBox="1"/>
          <p:nvPr/>
        </p:nvSpPr>
        <p:spPr>
          <a:xfrm>
            <a:off x="9491393" y="1397138"/>
            <a:ext cx="1690224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Element Mapping </a:t>
            </a:r>
          </a:p>
        </p:txBody>
      </p:sp>
    </p:spTree>
    <p:extLst>
      <p:ext uri="{BB962C8B-B14F-4D97-AF65-F5344CB8AC3E}">
        <p14:creationId xmlns:p14="http://schemas.microsoft.com/office/powerpoint/2010/main" val="108289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FDF4-19DE-B1FD-57FE-C72D5986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7692F-2881-2A07-C866-684965C2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4BE2F-2A06-159A-7A93-7012C088B983}"/>
              </a:ext>
            </a:extLst>
          </p:cNvPr>
          <p:cNvSpPr txBox="1"/>
          <p:nvPr/>
        </p:nvSpPr>
        <p:spPr>
          <a:xfrm>
            <a:off x="1632553" y="1356880"/>
            <a:ext cx="5937609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Transducer</a:t>
            </a:r>
            <a:r>
              <a:rPr lang="en-US" altLang="ko-KR" sz="1600" dirty="0"/>
              <a:t>		: 16x16 elements (256)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Center frequency</a:t>
            </a:r>
            <a:r>
              <a:rPr lang="en-US" altLang="ko-KR" sz="1600" dirty="0"/>
              <a:t>	: 3/7/11MHz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Pitch</a:t>
            </a:r>
            <a:r>
              <a:rPr lang="en-US" altLang="ko-KR" sz="1600" dirty="0"/>
              <a:t>  			: </a:t>
            </a:r>
            <a:r>
              <a:rPr lang="el-GR" altLang="ko-KR" sz="1600" dirty="0"/>
              <a:t>300 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Kerf (gap)		:</a:t>
            </a:r>
            <a:r>
              <a:rPr lang="en-US" altLang="ko-KR" sz="1600" dirty="0"/>
              <a:t> 90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Element width/height	:</a:t>
            </a:r>
            <a:r>
              <a:rPr lang="en-US" altLang="ko-KR" sz="1600" dirty="0"/>
              <a:t> 210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Speed of sound of soft tissue : 1540m/s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E4F29-2B61-16F3-779C-88C5B0A505EA}"/>
              </a:ext>
            </a:extLst>
          </p:cNvPr>
          <p:cNvSpPr txBox="1"/>
          <p:nvPr/>
        </p:nvSpPr>
        <p:spPr>
          <a:xfrm>
            <a:off x="1614081" y="1080469"/>
            <a:ext cx="436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Transducer Geometry and Parameter: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A162E-728B-9090-E941-4A269B5F644A}"/>
              </a:ext>
            </a:extLst>
          </p:cNvPr>
          <p:cNvSpPr txBox="1"/>
          <p:nvPr/>
        </p:nvSpPr>
        <p:spPr>
          <a:xfrm>
            <a:off x="8513732" y="1186890"/>
            <a:ext cx="1690224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Element Mapping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8E56E-FFB6-1213-B5B9-8BCB39E4B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407" y="1433111"/>
            <a:ext cx="3596803" cy="3250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7B4921-3B57-7CB6-5B79-DE3FB0772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554" y="4019804"/>
            <a:ext cx="4459109" cy="2981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07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FA7C-1E8A-AE02-50C4-81EDC3B7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D0BA9-26F9-03EA-A364-5FAFDA4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5DEB8-79BE-72EE-607E-357E1C4401D3}"/>
              </a:ext>
            </a:extLst>
          </p:cNvPr>
          <p:cNvSpPr txBox="1"/>
          <p:nvPr/>
        </p:nvSpPr>
        <p:spPr>
          <a:xfrm>
            <a:off x="2403179" y="1563914"/>
            <a:ext cx="5937609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Depth 		= 96 wavelength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Num steering angles   	= 74 </a:t>
            </a:r>
            <a:r>
              <a:rPr lang="en-US" altLang="ko-KR" sz="1600" b="1" dirty="0" err="1"/>
              <a:t>stepsize</a:t>
            </a:r>
            <a:r>
              <a:rPr lang="en-US" altLang="ko-KR" sz="1600" b="1" dirty="0"/>
              <a:t> steering angles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FOV 			= -20, +20 degree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 Imaging pixel  region 	= cone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Medium: static scattered point along z-axis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569D4-360B-8FAD-C029-984744046451}"/>
              </a:ext>
            </a:extLst>
          </p:cNvPr>
          <p:cNvSpPr txBox="1"/>
          <p:nvPr/>
        </p:nvSpPr>
        <p:spPr>
          <a:xfrm>
            <a:off x="1614081" y="1080469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Imaging Parameter:</a:t>
            </a:r>
            <a:endParaRPr lang="ko-KR" altLang="en-US" dirty="0"/>
          </a:p>
        </p:txBody>
      </p:sp>
      <p:pic>
        <p:nvPicPr>
          <p:cNvPr id="4" name="그림 22">
            <a:extLst>
              <a:ext uri="{FF2B5EF4-FFF2-40B4-BE49-F238E27FC236}">
                <a16:creationId xmlns:a16="http://schemas.microsoft.com/office/drawing/2014/main" id="{1EF55D19-29F6-6B81-0976-1129D5A66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321" y="3429000"/>
            <a:ext cx="3922144" cy="377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7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7C3A-8571-BE74-4C11-61858089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FD0A4-ED80-73FE-8A69-7E38B613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Background Theory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F0C813-A4CA-F938-17F7-27C77B820057}"/>
                  </a:ext>
                </a:extLst>
              </p:cNvPr>
              <p:cNvSpPr txBox="1"/>
              <p:nvPr/>
            </p:nvSpPr>
            <p:spPr>
              <a:xfrm>
                <a:off x="1747571" y="1098086"/>
                <a:ext cx="8667387" cy="3741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Pitch, Spatial Sampling, and Aperture</a:t>
                </a:r>
                <a:endParaRPr lang="en-US" altLang="ko-KR" sz="1600" dirty="0"/>
              </a:p>
              <a:p>
                <a:pPr marL="1657350" lvl="3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To avoid spatial aliasing and grating lobes, pitch must satisfy the spatial Nyquist criterion:</a:t>
                </a:r>
              </a:p>
              <a:p>
                <a:pPr lvl="7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600" i="1"/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1600" i="1"/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/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Increasing center frequency reduces wavelength, requiring smaller pitch.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Pitch primarily controls aliasing, while aperture size controls beamwidth and resolution.</a:t>
                </a:r>
              </a:p>
              <a:p>
                <a:pPr marL="1657350" lvl="3" indent="-285750" algn="just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Lateral resolution 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𝑅𝑒𝑠𝑜𝑙𝑢𝑡𝑖𝑜𝑛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600" i="1"/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br>
                  <a:rPr lang="en-US" sz="1600" dirty="0"/>
                </a:br>
                <a:endParaRPr lang="en-US" sz="1600" dirty="0"/>
              </a:p>
              <a:p>
                <a:pPr algn="just"/>
                <a:r>
                  <a:rPr lang="en-US" sz="1600" dirty="0"/>
                  <a:t>where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600" dirty="0"/>
                  <a:t>is the physical aperture size.</a:t>
                </a:r>
              </a:p>
              <a:p>
                <a:pPr lvl="7">
                  <a:lnSpc>
                    <a:spcPct val="150000"/>
                  </a:lnSpc>
                </a:pPr>
                <a:endParaRPr lang="en-US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F0C813-A4CA-F938-17F7-27C77B820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571" y="1098086"/>
                <a:ext cx="8667387" cy="3741089"/>
              </a:xfrm>
              <a:prstGeom prst="rect">
                <a:avLst/>
              </a:prstGeom>
              <a:blipFill>
                <a:blip r:embed="rId2"/>
                <a:stretch>
                  <a:fillRect l="-422" r="-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66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15F35-018B-D035-009E-4759AA31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A4DD7-FDAA-1EFA-99E1-398F676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Background Theory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8DE3D-2823-7562-9FBF-281141E4407D}"/>
              </a:ext>
            </a:extLst>
          </p:cNvPr>
          <p:cNvSpPr txBox="1"/>
          <p:nvPr/>
        </p:nvSpPr>
        <p:spPr>
          <a:xfrm>
            <a:off x="1680040" y="1339625"/>
            <a:ext cx="883191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Problems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Reducing pitch to satisfy Nyquist did not improve image quality; images appeared coarser. For a fixed array size (e.g., 8×8):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	Smaller pitch → smaller aperture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	Smaller aperture → wider main lobe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	Wider beam → reduced lateral resolution</a:t>
            </a:r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algn="just"/>
            <a:r>
              <a:rPr lang="en-US" sz="1600" b="1" dirty="0">
                <a:latin typeface="+mj-ea"/>
                <a:ea typeface="+mj-ea"/>
              </a:rPr>
              <a:t>Simulation Design Cases</a:t>
            </a:r>
          </a:p>
          <a:p>
            <a:pPr algn="just"/>
            <a:endParaRPr lang="en-US" sz="1600" b="1" dirty="0">
              <a:latin typeface="+mj-ea"/>
              <a:ea typeface="+mj-ea"/>
            </a:endParaRPr>
          </a:p>
          <a:p>
            <a:pPr algn="just"/>
            <a:r>
              <a:rPr lang="en-US" sz="1600" b="1" dirty="0">
                <a:latin typeface="+mj-ea"/>
                <a:ea typeface="+mj-ea"/>
              </a:rPr>
              <a:t>Case 1: Fixed pitch, varying center frequency</a:t>
            </a:r>
          </a:p>
          <a:p>
            <a:pPr algn="just"/>
            <a:r>
              <a:rPr lang="en-US" sz="1600" b="1" dirty="0">
                <a:latin typeface="+mj-ea"/>
                <a:ea typeface="+mj-ea"/>
              </a:rPr>
              <a:t>Case 2: Scaled pitch with center frequency</a:t>
            </a:r>
          </a:p>
        </p:txBody>
      </p:sp>
    </p:spTree>
    <p:extLst>
      <p:ext uri="{BB962C8B-B14F-4D97-AF65-F5344CB8AC3E}">
        <p14:creationId xmlns:p14="http://schemas.microsoft.com/office/powerpoint/2010/main" val="273831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67C8-911A-EA85-17F8-D9C5CC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D3D0-DC7C-2E5F-C0E2-07C3D507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 </a:t>
            </a:r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A84F52-45E2-EB58-CF5E-9D1E39C1D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25" y="1337006"/>
            <a:ext cx="2409645" cy="1979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D98E75-620A-2BB9-B5D8-5B6A12633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392" y="1350355"/>
            <a:ext cx="2240306" cy="1954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A206A9-5902-09B8-8096-2284533E6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538" y="1337006"/>
            <a:ext cx="2409645" cy="1979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01CB3C-AAB2-AA82-C1C3-C8E1B12E6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27" y="4047097"/>
            <a:ext cx="2505119" cy="25161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F9AF6A-459E-D9EE-1464-663DA02B10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556" y="4025942"/>
            <a:ext cx="2412492" cy="25815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C8E4D3-E83E-DF93-7693-5230091014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048" y="4024093"/>
            <a:ext cx="2322011" cy="26312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E56B86-A683-21D6-2377-6AA1EC757B3C}"/>
              </a:ext>
            </a:extLst>
          </p:cNvPr>
          <p:cNvSpPr txBox="1"/>
          <p:nvPr/>
        </p:nvSpPr>
        <p:spPr>
          <a:xfrm>
            <a:off x="3344835" y="2879828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xy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6E1A64-1EDC-59F3-D03E-026AB7274AD1}"/>
              </a:ext>
            </a:extLst>
          </p:cNvPr>
          <p:cNvSpPr txBox="1"/>
          <p:nvPr/>
        </p:nvSpPr>
        <p:spPr>
          <a:xfrm>
            <a:off x="5856996" y="2943765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A9CFE3-42CB-5365-FFA0-195F2F383354}"/>
              </a:ext>
            </a:extLst>
          </p:cNvPr>
          <p:cNvSpPr txBox="1"/>
          <p:nvPr/>
        </p:nvSpPr>
        <p:spPr>
          <a:xfrm>
            <a:off x="3402344" y="6123387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xy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75F6A2-041D-1BC4-A449-BC386493693C}"/>
              </a:ext>
            </a:extLst>
          </p:cNvPr>
          <p:cNvSpPr txBox="1"/>
          <p:nvPr/>
        </p:nvSpPr>
        <p:spPr>
          <a:xfrm>
            <a:off x="8311964" y="2943523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yz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92AA77-441D-A81C-CBF5-85E6855A0A6A}"/>
              </a:ext>
            </a:extLst>
          </p:cNvPr>
          <p:cNvSpPr txBox="1"/>
          <p:nvPr/>
        </p:nvSpPr>
        <p:spPr>
          <a:xfrm>
            <a:off x="8308321" y="6261887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yz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3EB02A-E240-8C4E-47A2-8F715712C10F}"/>
              </a:ext>
            </a:extLst>
          </p:cNvPr>
          <p:cNvSpPr txBox="1"/>
          <p:nvPr/>
        </p:nvSpPr>
        <p:spPr>
          <a:xfrm>
            <a:off x="5945829" y="6215896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F29C5-0216-776D-82A8-E9D53A1672CA}"/>
              </a:ext>
            </a:extLst>
          </p:cNvPr>
          <p:cNvSpPr txBox="1"/>
          <p:nvPr/>
        </p:nvSpPr>
        <p:spPr>
          <a:xfrm>
            <a:off x="5040046" y="3399489"/>
            <a:ext cx="222849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3MHz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6656E-28C1-EFD0-892C-1523DEF12A77}"/>
              </a:ext>
            </a:extLst>
          </p:cNvPr>
          <p:cNvSpPr txBox="1"/>
          <p:nvPr/>
        </p:nvSpPr>
        <p:spPr>
          <a:xfrm>
            <a:off x="5189554" y="6570642"/>
            <a:ext cx="222849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7MHz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B640E-ECB8-837B-32F4-4B99AFFC0BAE}"/>
              </a:ext>
            </a:extLst>
          </p:cNvPr>
          <p:cNvSpPr txBox="1"/>
          <p:nvPr/>
        </p:nvSpPr>
        <p:spPr>
          <a:xfrm>
            <a:off x="1643783" y="945865"/>
            <a:ext cx="317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Case 1 </a:t>
            </a:r>
            <a:r>
              <a:rPr lang="en-US" dirty="0"/>
              <a:t>= fixed pitch: 0.30mm</a:t>
            </a:r>
          </a:p>
        </p:txBody>
      </p:sp>
    </p:spTree>
    <p:extLst>
      <p:ext uri="{BB962C8B-B14F-4D97-AF65-F5344CB8AC3E}">
        <p14:creationId xmlns:p14="http://schemas.microsoft.com/office/powerpoint/2010/main" val="38879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448E-48FD-4730-5207-84A9519D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65ED-4F3B-394F-6908-ED75AB2B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 </a:t>
            </a:r>
            <a:endParaRPr lang="ko-KR" alt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D076E6-537E-C64A-0F6B-DA6EE4CC4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48" y="1195495"/>
            <a:ext cx="1948664" cy="17899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EAAB956-C487-E70E-BFBB-D8F002E22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55" y="1143996"/>
            <a:ext cx="1770360" cy="184142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B3F99DE-5B10-38FC-1E91-E805FE54A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920" y="1143996"/>
            <a:ext cx="1840303" cy="188622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D418BF2-7D90-EB53-DB5B-86BC8CA7985E}"/>
              </a:ext>
            </a:extLst>
          </p:cNvPr>
          <p:cNvSpPr txBox="1"/>
          <p:nvPr/>
        </p:nvSpPr>
        <p:spPr>
          <a:xfrm>
            <a:off x="3891231" y="2589099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xy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0FFAD8-37A1-0DF7-541B-1B5D452BA0AE}"/>
              </a:ext>
            </a:extLst>
          </p:cNvPr>
          <p:cNvSpPr txBox="1"/>
          <p:nvPr/>
        </p:nvSpPr>
        <p:spPr>
          <a:xfrm>
            <a:off x="5988501" y="2613144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8689DD-36FC-9003-0A94-9FF6205A7C06}"/>
              </a:ext>
            </a:extLst>
          </p:cNvPr>
          <p:cNvSpPr txBox="1"/>
          <p:nvPr/>
        </p:nvSpPr>
        <p:spPr>
          <a:xfrm>
            <a:off x="8241493" y="2708423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yz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401517-028E-7359-5E2B-539AA8667729}"/>
              </a:ext>
            </a:extLst>
          </p:cNvPr>
          <p:cNvSpPr txBox="1"/>
          <p:nvPr/>
        </p:nvSpPr>
        <p:spPr>
          <a:xfrm>
            <a:off x="5162844" y="3060813"/>
            <a:ext cx="231454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EE6DA-3791-933C-A2B1-4B4286DCC38E}"/>
              </a:ext>
            </a:extLst>
          </p:cNvPr>
          <p:cNvSpPr txBox="1"/>
          <p:nvPr/>
        </p:nvSpPr>
        <p:spPr>
          <a:xfrm>
            <a:off x="1597775" y="914536"/>
            <a:ext cx="2850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1 </a:t>
            </a:r>
            <a:r>
              <a:rPr lang="en-US" sz="1600" dirty="0"/>
              <a:t>= fixed pitch: 0.30mm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F37CD58-3EA5-A2C5-0312-054C112F3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850" y="3989265"/>
            <a:ext cx="1817298" cy="216188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61A0624-FAA6-50F4-76BA-3D32B1B1C1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55" y="3952225"/>
            <a:ext cx="1995576" cy="219892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7071112-E5D6-0E30-C676-C055D157E2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473" y="3952226"/>
            <a:ext cx="2192235" cy="219892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7D31DD3-3DCB-F24E-EA11-D636056D7503}"/>
              </a:ext>
            </a:extLst>
          </p:cNvPr>
          <p:cNvSpPr txBox="1"/>
          <p:nvPr/>
        </p:nvSpPr>
        <p:spPr>
          <a:xfrm>
            <a:off x="5328462" y="6236104"/>
            <a:ext cx="231454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820ED1-A78C-A5B5-CA59-FE3F848E969D}"/>
              </a:ext>
            </a:extLst>
          </p:cNvPr>
          <p:cNvSpPr txBox="1"/>
          <p:nvPr/>
        </p:nvSpPr>
        <p:spPr>
          <a:xfrm>
            <a:off x="1597775" y="3575320"/>
            <a:ext cx="4797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2 </a:t>
            </a:r>
            <a:r>
              <a:rPr lang="en-US" sz="1600" dirty="0"/>
              <a:t>=  scaling the pitch size: 0.07mm at 11MHz</a:t>
            </a:r>
          </a:p>
        </p:txBody>
      </p:sp>
    </p:spTree>
    <p:extLst>
      <p:ext uri="{BB962C8B-B14F-4D97-AF65-F5344CB8AC3E}">
        <p14:creationId xmlns:p14="http://schemas.microsoft.com/office/powerpoint/2010/main" val="1796472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38C8-8BAD-2988-63B9-F96EE975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F5B65-61AD-7AEE-DFB2-8E3E104E1DBB}"/>
              </a:ext>
            </a:extLst>
          </p:cNvPr>
          <p:cNvSpPr txBox="1"/>
          <p:nvPr/>
        </p:nvSpPr>
        <p:spPr>
          <a:xfrm>
            <a:off x="1643782" y="1000667"/>
            <a:ext cx="50513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1 </a:t>
            </a:r>
            <a:r>
              <a:rPr lang="en-US" sz="1600" dirty="0"/>
              <a:t>= scaling the array size to 16x16 – fixed pitch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982F41-C562-0B41-F871-6B73571BF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06" y="1333677"/>
            <a:ext cx="2218527" cy="2095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9F7561-255E-ACE8-825A-249B47C3F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619" y="1333676"/>
            <a:ext cx="2218528" cy="2095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E98A41-0F58-2EA5-C5EA-EFD49B564E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762" y="1333676"/>
            <a:ext cx="2517314" cy="20953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CE222A-493C-6B19-9B1E-D1C2B997E20B}"/>
              </a:ext>
            </a:extLst>
          </p:cNvPr>
          <p:cNvSpPr txBox="1"/>
          <p:nvPr/>
        </p:nvSpPr>
        <p:spPr>
          <a:xfrm>
            <a:off x="3899498" y="3502440"/>
            <a:ext cx="406021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11MHz, pitch size = 0.30 mm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492A06-7596-1443-B15A-79D211D50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47" y="4032013"/>
            <a:ext cx="2423580" cy="21190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5B048C-5CFE-0DC8-39CA-8D305CC7FE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645" y="4020510"/>
            <a:ext cx="2373714" cy="2161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5A7EE1-2C7E-5504-561D-1D74C030CD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679" y="3972558"/>
            <a:ext cx="2618308" cy="22161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575F8E-275E-5C5E-B539-0389C6578295}"/>
              </a:ext>
            </a:extLst>
          </p:cNvPr>
          <p:cNvSpPr txBox="1"/>
          <p:nvPr/>
        </p:nvSpPr>
        <p:spPr>
          <a:xfrm>
            <a:off x="3793106" y="6245106"/>
            <a:ext cx="397416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7MHz, pitch size = 0.30 mm</a:t>
            </a:r>
          </a:p>
        </p:txBody>
      </p:sp>
    </p:spTree>
    <p:extLst>
      <p:ext uri="{BB962C8B-B14F-4D97-AF65-F5344CB8AC3E}">
        <p14:creationId xmlns:p14="http://schemas.microsoft.com/office/powerpoint/2010/main" val="61037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2B54-5547-7E50-6DC6-968EBACB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13D3-A847-E869-B7B8-E9F9EEF0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B65A5-8DC2-81D7-88E9-C581DD77F138}"/>
              </a:ext>
            </a:extLst>
          </p:cNvPr>
          <p:cNvSpPr txBox="1"/>
          <p:nvPr/>
        </p:nvSpPr>
        <p:spPr>
          <a:xfrm>
            <a:off x="1597775" y="989740"/>
            <a:ext cx="5152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2 </a:t>
            </a:r>
            <a:r>
              <a:rPr lang="en-US" sz="1600" dirty="0"/>
              <a:t>= scaling the array size to 16x16 and pitch size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FE7B4-3923-ED32-427E-DD4C217DB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9" r="18927"/>
          <a:stretch>
            <a:fillRect/>
          </a:stretch>
        </p:blipFill>
        <p:spPr>
          <a:xfrm>
            <a:off x="1548284" y="1712000"/>
            <a:ext cx="3143251" cy="3215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FB2BD4-636F-6BDB-B9DF-5DADA866F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1" b="9053"/>
          <a:stretch>
            <a:fillRect/>
          </a:stretch>
        </p:blipFill>
        <p:spPr>
          <a:xfrm>
            <a:off x="4876072" y="1712000"/>
            <a:ext cx="2812202" cy="32152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9A9FCE-5CCF-9DA9-EE7B-E33DA6327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2675" r="-711" b="8017"/>
          <a:stretch>
            <a:fillRect/>
          </a:stretch>
        </p:blipFill>
        <p:spPr>
          <a:xfrm>
            <a:off x="7872811" y="1712000"/>
            <a:ext cx="2721413" cy="32152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1D814D-3BC7-603D-553F-23A52460166B}"/>
              </a:ext>
            </a:extLst>
          </p:cNvPr>
          <p:cNvSpPr txBox="1"/>
          <p:nvPr/>
        </p:nvSpPr>
        <p:spPr>
          <a:xfrm>
            <a:off x="4348072" y="5102757"/>
            <a:ext cx="4010521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11MHz, pitch size = 0.07mm</a:t>
            </a:r>
          </a:p>
        </p:txBody>
      </p:sp>
    </p:spTree>
    <p:extLst>
      <p:ext uri="{BB962C8B-B14F-4D97-AF65-F5344CB8AC3E}">
        <p14:creationId xmlns:p14="http://schemas.microsoft.com/office/powerpoint/2010/main" val="1521418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6DB4-2234-D3AF-B195-08B9112F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52C40-D7C2-CE8F-FCBD-6A9CFCDA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Next plan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E3D09-F508-DBB3-5168-02264DB349F3}"/>
              </a:ext>
            </a:extLst>
          </p:cNvPr>
          <p:cNvSpPr txBox="1"/>
          <p:nvPr/>
        </p:nvSpPr>
        <p:spPr>
          <a:xfrm>
            <a:off x="1809750" y="1352550"/>
            <a:ext cx="7637027" cy="1356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Finishing DL-model beamforming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Simulate 8x8, 16x16 and 32x32 with fixed geometry </a:t>
            </a:r>
            <a:r>
              <a:rPr lang="en-US" altLang="ko-KR" dirty="0">
                <a:sym typeface="Wingdings" panose="05000000000000000000" pitchFamily="2" charset="2"/>
              </a:rPr>
              <a:t> for comparison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509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0EC519-16BD-4961-9921-F9B4B7CE71D2}"/>
              </a:ext>
            </a:extLst>
          </p:cNvPr>
          <p:cNvSpPr/>
          <p:nvPr/>
        </p:nvSpPr>
        <p:spPr>
          <a:xfrm>
            <a:off x="1612509" y="1092338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CA897-CAB0-4167-B5DC-042024D9113C}"/>
              </a:ext>
            </a:extLst>
          </p:cNvPr>
          <p:cNvSpPr txBox="1"/>
          <p:nvPr/>
        </p:nvSpPr>
        <p:spPr>
          <a:xfrm>
            <a:off x="2015391" y="1933527"/>
            <a:ext cx="7640278" cy="20186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400" b="1" dirty="0">
                <a:latin typeface="+mn-ea"/>
              </a:rPr>
              <a:t>감사합니다</a:t>
            </a:r>
            <a:endParaRPr lang="en-US" altLang="ko-KR" sz="3400" b="1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3400" b="1" dirty="0">
                <a:latin typeface="+mn-ea"/>
              </a:rPr>
              <a:t>Thank you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A8B4D90-DB8E-46A8-A9BB-2E8E77FFB8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EC6F39-064B-4DEA-8521-64A1FB3F36BF}"/>
              </a:ext>
            </a:extLst>
          </p:cNvPr>
          <p:cNvSpPr/>
          <p:nvPr/>
        </p:nvSpPr>
        <p:spPr>
          <a:xfrm>
            <a:off x="1612509" y="4953177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786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랩미팅용 글꼴">
      <a:majorFont>
        <a:latin typeface="helvetica"/>
        <a:ea typeface="맑은 고딕"/>
        <a:cs typeface=""/>
      </a:majorFont>
      <a:minorFont>
        <a:latin typeface="helvetic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12307</TotalTime>
  <Words>497</Words>
  <Application>Microsoft Office PowerPoint</Application>
  <PresentationFormat>Widescreen</PresentationFormat>
  <Paragraphs>88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맑은 고딕</vt:lpstr>
      <vt:lpstr>Arial</vt:lpstr>
      <vt:lpstr>Cambria Math</vt:lpstr>
      <vt:lpstr>Helvetica</vt:lpstr>
      <vt:lpstr>Helvetica</vt:lpstr>
      <vt:lpstr>Wingdings</vt:lpstr>
      <vt:lpstr>Office 테마</vt:lpstr>
      <vt:lpstr>디자인 사용자 지정</vt:lpstr>
      <vt:lpstr>PowerPoint Presentation</vt:lpstr>
      <vt:lpstr>01 Today’s discussion</vt:lpstr>
      <vt:lpstr>02. Setup</vt:lpstr>
      <vt:lpstr>02. Setup</vt:lpstr>
      <vt:lpstr>02. Setup</vt:lpstr>
      <vt:lpstr>03. Background Theory </vt:lpstr>
      <vt:lpstr>03. Background Theory </vt:lpstr>
      <vt:lpstr>03. Simulation – Result  </vt:lpstr>
      <vt:lpstr>03. Simulation – Result  </vt:lpstr>
      <vt:lpstr>03. Simulation – Result </vt:lpstr>
      <vt:lpstr>03. Simulation – Result </vt:lpstr>
      <vt:lpstr>04. Next plan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이다경</dc:creator>
  <cp:lastModifiedBy>Deoliana Mailde Tilman Magalhaes</cp:lastModifiedBy>
  <cp:revision>23</cp:revision>
  <dcterms:created xsi:type="dcterms:W3CDTF">2025-07-28T06:28:11Z</dcterms:created>
  <dcterms:modified xsi:type="dcterms:W3CDTF">2025-12-29T20:44:04Z</dcterms:modified>
</cp:coreProperties>
</file>